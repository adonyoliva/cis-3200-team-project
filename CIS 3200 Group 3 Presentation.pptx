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0" r:id="rId4"/>
    <p:sldMasterId id="2147483701" r:id="rId5"/>
  </p:sldMasterIdLst>
  <p:notesMasterIdLst>
    <p:notesMasterId r:id="rId2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5143500" type="screen16x9"/>
  <p:notesSz cx="6858000" cy="9144000"/>
  <p:embeddedFontLst>
    <p:embeddedFont>
      <p:font typeface="Red Hat Display" panose="020B0604020202020204" charset="0"/>
      <p:regular r:id="rId28"/>
      <p:bold r:id="rId29"/>
      <p:italic r:id="rId30"/>
      <p:boldItalic r:id="rId31"/>
    </p:embeddedFont>
    <p:embeddedFont>
      <p:font typeface="Red Hat Display Medium" panose="020B0604020202020204" charset="0"/>
      <p:regular r:id="rId32"/>
      <p:bold r:id="rId33"/>
      <p:italic r:id="rId34"/>
      <p:boldItalic r:id="rId35"/>
    </p:embeddedFont>
    <p:embeddedFont>
      <p:font typeface="Red Hat Display SemiBold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16AC22-FDF3-4D52-ABA4-DB044B7AC3FF}" v="2" dt="2025-12-01T20:48:23.3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1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12.fntdata"/><Relationship Id="rId21" Type="http://schemas.openxmlformats.org/officeDocument/2006/relationships/slide" Target="slides/slide16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2.fntdata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4.fntdata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ab9ebf89d1_1_1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ab9ebf89d1_1_1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ab9ebf89d1_1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ab9ebf89d1_1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b9ebf89d1_1_1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3ab9ebf89d1_1_1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ab9ebf89d1_1_1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3ab9ebf89d1_1_1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ab9ebf89d1_1_15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ab9ebf89d1_1_15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aba8861d1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aba8861d1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ab9ebf89d1_1_16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3ab9ebf89d1_1_16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91234e7eb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g391234e7eb4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ab9ebf89d1_1_1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3ab9ebf89d1_1_1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b9ebf89d1_1_16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ab9ebf89d1_1_16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91234e7eb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391234e7eb4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91234e7eb4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91234e7eb4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91234e7eb4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91234e7eb4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391234e7eb4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391234e7eb4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391234e7eb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391234e7eb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91234e7eb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91234e7eb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91234e7eb4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391234e7eb4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91234e7eb4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91234e7eb4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ab9ebf89d1_1_16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3ab9ebf89d1_1_16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this project, our group applied the full range of skills learned in class to analyze more than 150,000 San Francisco salary records using ElasticSearch.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used machine learning regression to identify the key factors that influence total compensation, which strengthened our understanding of predictive modeling and influencer analysis.</a:t>
            </a:r>
            <a:br>
              <a:rPr lang="en"/>
            </a:br>
            <a:r>
              <a:rPr lang="en"/>
              <a:t>Overall, our findings highlight how data analytics can support more equitable and informed decision-making in public administration, showing the real-world value of the tools and methods we developed throughout the course.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Created dashboards that transformed complex salary data into meaningful visual insights, demonstrating our ability to communicate analytical results effectively.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91234e7eb4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391234e7eb4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810500" y="0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6" name="Google Shape;56;p14"/>
          <p:cNvSpPr/>
          <p:nvPr/>
        </p:nvSpPr>
        <p:spPr>
          <a:xfrm>
            <a:off x="810500" y="2040871"/>
            <a:ext cx="6099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7" name="Google Shape;57;p14"/>
          <p:cNvSpPr/>
          <p:nvPr/>
        </p:nvSpPr>
        <p:spPr>
          <a:xfrm>
            <a:off x="3" y="3061484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8" name="Google Shape;58;p14"/>
          <p:cNvSpPr/>
          <p:nvPr/>
        </p:nvSpPr>
        <p:spPr>
          <a:xfrm>
            <a:off x="810500" y="1020429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9" name="Google Shape;59;p14"/>
          <p:cNvSpPr/>
          <p:nvPr/>
        </p:nvSpPr>
        <p:spPr>
          <a:xfrm>
            <a:off x="-1" y="0"/>
            <a:ext cx="8124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" name="Google Shape;60;p14"/>
          <p:cNvSpPr/>
          <p:nvPr/>
        </p:nvSpPr>
        <p:spPr>
          <a:xfrm>
            <a:off x="810505" y="3061475"/>
            <a:ext cx="609900" cy="10428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-1" y="2040871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-1" y="1020418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3" name="Google Shape;63;p14"/>
          <p:cNvSpPr/>
          <p:nvPr/>
        </p:nvSpPr>
        <p:spPr>
          <a:xfrm>
            <a:off x="3" y="4100578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810502" y="4100581"/>
            <a:ext cx="6099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5" name="Google Shape;65;p14"/>
          <p:cNvSpPr/>
          <p:nvPr/>
        </p:nvSpPr>
        <p:spPr>
          <a:xfrm>
            <a:off x="1420399" y="0"/>
            <a:ext cx="4320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1420399" y="2040871"/>
            <a:ext cx="432000" cy="10206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1420399" y="1020429"/>
            <a:ext cx="4320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8" name="Google Shape;68;p14"/>
          <p:cNvSpPr/>
          <p:nvPr/>
        </p:nvSpPr>
        <p:spPr>
          <a:xfrm>
            <a:off x="1420401" y="3061475"/>
            <a:ext cx="4320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1420400" y="4100581"/>
            <a:ext cx="4320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54650" y="3235981"/>
            <a:ext cx="57609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subTitle" idx="1"/>
          </p:nvPr>
        </p:nvSpPr>
        <p:spPr>
          <a:xfrm>
            <a:off x="3154650" y="3875775"/>
            <a:ext cx="5760900" cy="5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3">
    <p:bg>
      <p:bgPr>
        <a:solidFill>
          <a:schemeClr val="accent5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810500" y="0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810500" y="2040871"/>
            <a:ext cx="6099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" y="3061484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810500" y="1020429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-1" y="0"/>
            <a:ext cx="8124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810505" y="3061475"/>
            <a:ext cx="609900" cy="10428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-1" y="2040871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-1" y="1020418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3" y="4100578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810502" y="4100581"/>
            <a:ext cx="6099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1420399" y="0"/>
            <a:ext cx="4320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1420399" y="2040871"/>
            <a:ext cx="432000" cy="10206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1420399" y="1020429"/>
            <a:ext cx="4320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1420401" y="3061475"/>
            <a:ext cx="4320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1420400" y="4100581"/>
            <a:ext cx="4320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8" name="Google Shape;88;p15"/>
          <p:cNvSpPr txBox="1">
            <a:spLocks noGrp="1"/>
          </p:cNvSpPr>
          <p:nvPr>
            <p:ph type="title"/>
          </p:nvPr>
        </p:nvSpPr>
        <p:spPr>
          <a:xfrm>
            <a:off x="3154650" y="467500"/>
            <a:ext cx="57609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 txBox="1">
            <a:spLocks noGrp="1"/>
          </p:cNvSpPr>
          <p:nvPr>
            <p:ph type="subTitle" idx="1"/>
          </p:nvPr>
        </p:nvSpPr>
        <p:spPr>
          <a:xfrm>
            <a:off x="3154650" y="1107294"/>
            <a:ext cx="5760900" cy="5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5"/>
          <p:cNvSpPr>
            <a:spLocks noGrp="1"/>
          </p:cNvSpPr>
          <p:nvPr>
            <p:ph type="pic" idx="2"/>
          </p:nvPr>
        </p:nvSpPr>
        <p:spPr>
          <a:xfrm>
            <a:off x="3154650" y="3875225"/>
            <a:ext cx="618600" cy="808500"/>
          </a:xfrm>
          <a:prstGeom prst="snip2DiagRect">
            <a:avLst>
              <a:gd name="adj1" fmla="val 0"/>
              <a:gd name="adj2" fmla="val 34473"/>
            </a:avLst>
          </a:prstGeom>
          <a:noFill/>
          <a:ln>
            <a:noFill/>
          </a:ln>
        </p:spPr>
      </p:sp>
      <p:sp>
        <p:nvSpPr>
          <p:cNvPr id="91" name="Google Shape;91;p15"/>
          <p:cNvSpPr txBox="1">
            <a:spLocks noGrp="1"/>
          </p:cNvSpPr>
          <p:nvPr>
            <p:ph type="subTitle" idx="3"/>
          </p:nvPr>
        </p:nvSpPr>
        <p:spPr>
          <a:xfrm>
            <a:off x="3859150" y="4072916"/>
            <a:ext cx="2621700" cy="173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ed Hat Display"/>
              <a:buNone/>
              <a:defRPr sz="9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subTitle" idx="4"/>
          </p:nvPr>
        </p:nvSpPr>
        <p:spPr>
          <a:xfrm>
            <a:off x="3859150" y="4321400"/>
            <a:ext cx="1061400" cy="17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5"/>
          </p:nvPr>
        </p:nvSpPr>
        <p:spPr>
          <a:xfrm>
            <a:off x="5055800" y="4321400"/>
            <a:ext cx="1061400" cy="17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subTitle" idx="6"/>
          </p:nvPr>
        </p:nvSpPr>
        <p:spPr>
          <a:xfrm>
            <a:off x="6252450" y="4321400"/>
            <a:ext cx="1061400" cy="17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BLANK_2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/>
          <p:nvPr/>
        </p:nvSpPr>
        <p:spPr>
          <a:xfrm>
            <a:off x="7291578" y="4100578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8102077" y="4100581"/>
            <a:ext cx="6099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8677575" y="4100576"/>
            <a:ext cx="4665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5206068" y="0"/>
            <a:ext cx="12411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6447262" y="0"/>
            <a:ext cx="8442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8102075" y="0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8102075" y="2040871"/>
            <a:ext cx="6099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7291578" y="3061484"/>
            <a:ext cx="8124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5206074" y="1020431"/>
            <a:ext cx="12411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4028275" y="0"/>
            <a:ext cx="11778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6" name="Google Shape;106;p16"/>
          <p:cNvSpPr/>
          <p:nvPr/>
        </p:nvSpPr>
        <p:spPr>
          <a:xfrm>
            <a:off x="4028281" y="1020428"/>
            <a:ext cx="11778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5206074" y="2040861"/>
            <a:ext cx="12411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8102075" y="1020429"/>
            <a:ext cx="6099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7291574" y="0"/>
            <a:ext cx="8124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8102080" y="3061475"/>
            <a:ext cx="609900" cy="10428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7291574" y="2040871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7291574" y="1020418"/>
            <a:ext cx="8124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6447262" y="1020429"/>
            <a:ext cx="8442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6447262" y="2040858"/>
            <a:ext cx="8442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5" name="Google Shape;115;p16"/>
          <p:cNvSpPr/>
          <p:nvPr/>
        </p:nvSpPr>
        <p:spPr>
          <a:xfrm>
            <a:off x="6447275" y="3061486"/>
            <a:ext cx="8442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8677575" y="0"/>
            <a:ext cx="466500" cy="102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8677575" y="2040869"/>
            <a:ext cx="466500" cy="1020600"/>
          </a:xfrm>
          <a:prstGeom prst="snip2DiagRect">
            <a:avLst>
              <a:gd name="adj1" fmla="val 0"/>
              <a:gd name="adj2" fmla="val 3967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8677575" y="1020428"/>
            <a:ext cx="466500" cy="1020600"/>
          </a:xfrm>
          <a:prstGeom prst="snip2DiagRect">
            <a:avLst>
              <a:gd name="adj1" fmla="val 0"/>
              <a:gd name="adj2" fmla="val 4828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8677577" y="3061472"/>
            <a:ext cx="466500" cy="1042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title"/>
          </p:nvPr>
        </p:nvSpPr>
        <p:spPr>
          <a:xfrm>
            <a:off x="259050" y="3670842"/>
            <a:ext cx="57609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5600">
                <a:solidFill>
                  <a:schemeClr val="l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section header">
  <p:cSld name="BLANK_1">
    <p:bg>
      <p:bgPr>
        <a:solidFill>
          <a:schemeClr val="accent5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17"/>
          <p:cNvGrpSpPr/>
          <p:nvPr/>
        </p:nvGrpSpPr>
        <p:grpSpPr>
          <a:xfrm>
            <a:off x="4895291" y="1377627"/>
            <a:ext cx="4091726" cy="3670806"/>
            <a:chOff x="5223565" y="1672200"/>
            <a:chExt cx="3763198" cy="3376074"/>
          </a:xfrm>
        </p:grpSpPr>
        <p:sp>
          <p:nvSpPr>
            <p:cNvPr id="123" name="Google Shape;123;p17"/>
            <p:cNvSpPr/>
            <p:nvPr/>
          </p:nvSpPr>
          <p:spPr>
            <a:xfrm>
              <a:off x="8597363" y="4658874"/>
              <a:ext cx="389400" cy="389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4" name="Google Shape;124;p17"/>
            <p:cNvSpPr/>
            <p:nvPr/>
          </p:nvSpPr>
          <p:spPr>
            <a:xfrm>
              <a:off x="8221477" y="4674761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5" name="Google Shape;125;p17"/>
            <p:cNvSpPr/>
            <p:nvPr/>
          </p:nvSpPr>
          <p:spPr>
            <a:xfrm>
              <a:off x="7827856" y="4668751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6" name="Google Shape;126;p17"/>
            <p:cNvSpPr/>
            <p:nvPr/>
          </p:nvSpPr>
          <p:spPr>
            <a:xfrm>
              <a:off x="7434256" y="4656732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7" name="Google Shape;127;p17"/>
            <p:cNvSpPr/>
            <p:nvPr/>
          </p:nvSpPr>
          <p:spPr>
            <a:xfrm>
              <a:off x="7061685" y="4674751"/>
              <a:ext cx="328500" cy="328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6674992" y="4683725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6302724" y="4703118"/>
              <a:ext cx="266100" cy="26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5931636" y="4719313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>
              <a:off x="5574999" y="4754125"/>
              <a:ext cx="164100" cy="164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2" name="Google Shape;132;p17"/>
            <p:cNvSpPr/>
            <p:nvPr/>
          </p:nvSpPr>
          <p:spPr>
            <a:xfrm>
              <a:off x="5223565" y="4792075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3" name="Google Shape;133;p17"/>
            <p:cNvSpPr/>
            <p:nvPr/>
          </p:nvSpPr>
          <p:spPr>
            <a:xfrm>
              <a:off x="5233309" y="4405993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4" name="Google Shape;134;p17"/>
            <p:cNvSpPr/>
            <p:nvPr/>
          </p:nvSpPr>
          <p:spPr>
            <a:xfrm>
              <a:off x="5255991" y="4031074"/>
              <a:ext cx="32400" cy="3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5" name="Google Shape;135;p17"/>
            <p:cNvSpPr/>
            <p:nvPr/>
          </p:nvSpPr>
          <p:spPr>
            <a:xfrm>
              <a:off x="5577744" y="4359245"/>
              <a:ext cx="164100" cy="164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6" name="Google Shape;136;p17"/>
            <p:cNvSpPr/>
            <p:nvPr/>
          </p:nvSpPr>
          <p:spPr>
            <a:xfrm>
              <a:off x="5597859" y="3989773"/>
              <a:ext cx="128400" cy="128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7" name="Google Shape;137;p17"/>
            <p:cNvSpPr/>
            <p:nvPr/>
          </p:nvSpPr>
          <p:spPr>
            <a:xfrm>
              <a:off x="5617892" y="3617917"/>
              <a:ext cx="88200" cy="88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8" name="Google Shape;138;p17"/>
            <p:cNvSpPr/>
            <p:nvPr/>
          </p:nvSpPr>
          <p:spPr>
            <a:xfrm>
              <a:off x="5640242" y="3256822"/>
              <a:ext cx="43500" cy="43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39" name="Google Shape;139;p17"/>
            <p:cNvSpPr/>
            <p:nvPr/>
          </p:nvSpPr>
          <p:spPr>
            <a:xfrm>
              <a:off x="5947917" y="4337666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0" name="Google Shape;140;p17"/>
            <p:cNvSpPr/>
            <p:nvPr/>
          </p:nvSpPr>
          <p:spPr>
            <a:xfrm>
              <a:off x="5947917" y="3948966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1" name="Google Shape;141;p17"/>
            <p:cNvSpPr/>
            <p:nvPr/>
          </p:nvSpPr>
          <p:spPr>
            <a:xfrm>
              <a:off x="5971017" y="3583374"/>
              <a:ext cx="164100" cy="164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2" name="Google Shape;142;p17"/>
            <p:cNvSpPr/>
            <p:nvPr/>
          </p:nvSpPr>
          <p:spPr>
            <a:xfrm>
              <a:off x="6000412" y="3213736"/>
              <a:ext cx="120600" cy="120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3" name="Google Shape;143;p17"/>
            <p:cNvSpPr/>
            <p:nvPr/>
          </p:nvSpPr>
          <p:spPr>
            <a:xfrm>
              <a:off x="6028158" y="2848212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4" name="Google Shape;144;p17"/>
            <p:cNvSpPr/>
            <p:nvPr/>
          </p:nvSpPr>
          <p:spPr>
            <a:xfrm>
              <a:off x="6310165" y="4307974"/>
              <a:ext cx="266100" cy="26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5" name="Google Shape;145;p17"/>
            <p:cNvSpPr/>
            <p:nvPr/>
          </p:nvSpPr>
          <p:spPr>
            <a:xfrm>
              <a:off x="6317617" y="3928525"/>
              <a:ext cx="251100" cy="251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6" name="Google Shape;146;p17"/>
            <p:cNvSpPr/>
            <p:nvPr/>
          </p:nvSpPr>
          <p:spPr>
            <a:xfrm>
              <a:off x="6338017" y="3557025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7" name="Google Shape;147;p17"/>
            <p:cNvSpPr/>
            <p:nvPr/>
          </p:nvSpPr>
          <p:spPr>
            <a:xfrm>
              <a:off x="6353659" y="3174152"/>
              <a:ext cx="190800" cy="190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8" name="Google Shape;148;p17"/>
            <p:cNvSpPr/>
            <p:nvPr/>
          </p:nvSpPr>
          <p:spPr>
            <a:xfrm>
              <a:off x="6378718" y="2811048"/>
              <a:ext cx="140700" cy="14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6742842" y="2786001"/>
              <a:ext cx="190800" cy="190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0" name="Google Shape;150;p17"/>
            <p:cNvSpPr/>
            <p:nvPr/>
          </p:nvSpPr>
          <p:spPr>
            <a:xfrm>
              <a:off x="6416508" y="2460862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6767893" y="2423048"/>
              <a:ext cx="140700" cy="14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2" name="Google Shape;152;p17"/>
            <p:cNvSpPr/>
            <p:nvPr/>
          </p:nvSpPr>
          <p:spPr>
            <a:xfrm>
              <a:off x="6818658" y="2063849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3" name="Google Shape;153;p17"/>
            <p:cNvSpPr/>
            <p:nvPr/>
          </p:nvSpPr>
          <p:spPr>
            <a:xfrm>
              <a:off x="6725510" y="3161725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4" name="Google Shape;154;p17"/>
            <p:cNvSpPr/>
            <p:nvPr/>
          </p:nvSpPr>
          <p:spPr>
            <a:xfrm>
              <a:off x="6703814" y="3536492"/>
              <a:ext cx="266100" cy="26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6693510" y="3918330"/>
              <a:ext cx="281700" cy="281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6" name="Google Shape;156;p17"/>
            <p:cNvSpPr/>
            <p:nvPr/>
          </p:nvSpPr>
          <p:spPr>
            <a:xfrm>
              <a:off x="6683243" y="4298575"/>
              <a:ext cx="302100" cy="302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7061692" y="4285375"/>
              <a:ext cx="328500" cy="328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7070692" y="3905000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9" name="Google Shape;159;p17"/>
            <p:cNvSpPr/>
            <p:nvPr/>
          </p:nvSpPr>
          <p:spPr>
            <a:xfrm>
              <a:off x="7085092" y="3528700"/>
              <a:ext cx="281700" cy="281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0" name="Google Shape;160;p17"/>
            <p:cNvSpPr/>
            <p:nvPr/>
          </p:nvSpPr>
          <p:spPr>
            <a:xfrm>
              <a:off x="7103018" y="3150325"/>
              <a:ext cx="256500" cy="256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7124313" y="2779308"/>
              <a:ext cx="220500" cy="22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7146044" y="2409955"/>
              <a:ext cx="174000" cy="174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7186793" y="2052175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7976817" y="1672200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8371192" y="1672200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8764889" y="1672200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7" name="Google Shape;167;p17"/>
            <p:cNvSpPr/>
            <p:nvPr/>
          </p:nvSpPr>
          <p:spPr>
            <a:xfrm>
              <a:off x="7441492" y="4274600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8" name="Google Shape;168;p17"/>
            <p:cNvSpPr/>
            <p:nvPr/>
          </p:nvSpPr>
          <p:spPr>
            <a:xfrm>
              <a:off x="7452292" y="3896000"/>
              <a:ext cx="328500" cy="328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7470292" y="3510175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7484692" y="3137725"/>
              <a:ext cx="281700" cy="281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1" name="Google Shape;171;p17"/>
            <p:cNvSpPr/>
            <p:nvPr/>
          </p:nvSpPr>
          <p:spPr>
            <a:xfrm>
              <a:off x="7497293" y="2761300"/>
              <a:ext cx="256500" cy="256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2" name="Google Shape;172;p17"/>
            <p:cNvSpPr/>
            <p:nvPr/>
          </p:nvSpPr>
          <p:spPr>
            <a:xfrm>
              <a:off x="7515288" y="2386708"/>
              <a:ext cx="220500" cy="22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3" name="Google Shape;173;p17"/>
            <p:cNvSpPr/>
            <p:nvPr/>
          </p:nvSpPr>
          <p:spPr>
            <a:xfrm>
              <a:off x="7564468" y="2035826"/>
              <a:ext cx="140700" cy="14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828801" y="4272511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5" name="Google Shape;175;p17"/>
            <p:cNvSpPr/>
            <p:nvPr/>
          </p:nvSpPr>
          <p:spPr>
            <a:xfrm>
              <a:off x="7835067" y="3890650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850970" y="3509478"/>
              <a:ext cx="328500" cy="328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859967" y="3123325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8" name="Google Shape;178;p17"/>
            <p:cNvSpPr/>
            <p:nvPr/>
          </p:nvSpPr>
          <p:spPr>
            <a:xfrm>
              <a:off x="7886401" y="2761299"/>
              <a:ext cx="256500" cy="256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79" name="Google Shape;179;p17"/>
            <p:cNvSpPr/>
            <p:nvPr/>
          </p:nvSpPr>
          <p:spPr>
            <a:xfrm>
              <a:off x="7904067" y="2376550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0" name="Google Shape;180;p17"/>
            <p:cNvSpPr/>
            <p:nvPr/>
          </p:nvSpPr>
          <p:spPr>
            <a:xfrm>
              <a:off x="7944867" y="2030125"/>
              <a:ext cx="152100" cy="152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1" name="Google Shape;181;p17"/>
            <p:cNvSpPr/>
            <p:nvPr/>
          </p:nvSpPr>
          <p:spPr>
            <a:xfrm>
              <a:off x="8330538" y="2030125"/>
              <a:ext cx="164100" cy="164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2" name="Google Shape;182;p17"/>
            <p:cNvSpPr/>
            <p:nvPr/>
          </p:nvSpPr>
          <p:spPr>
            <a:xfrm>
              <a:off x="8717639" y="2025398"/>
              <a:ext cx="174000" cy="174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3" name="Google Shape;183;p17"/>
            <p:cNvSpPr/>
            <p:nvPr/>
          </p:nvSpPr>
          <p:spPr>
            <a:xfrm>
              <a:off x="8298197" y="2383915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4" name="Google Shape;184;p17"/>
            <p:cNvSpPr/>
            <p:nvPr/>
          </p:nvSpPr>
          <p:spPr>
            <a:xfrm>
              <a:off x="8691644" y="2383915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5" name="Google Shape;185;p17"/>
            <p:cNvSpPr/>
            <p:nvPr/>
          </p:nvSpPr>
          <p:spPr>
            <a:xfrm>
              <a:off x="8273879" y="2760682"/>
              <a:ext cx="266100" cy="26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6" name="Google Shape;186;p17"/>
            <p:cNvSpPr/>
            <p:nvPr/>
          </p:nvSpPr>
          <p:spPr>
            <a:xfrm>
              <a:off x="8662489" y="2760682"/>
              <a:ext cx="266100" cy="26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7" name="Google Shape;187;p17"/>
            <p:cNvSpPr/>
            <p:nvPr/>
          </p:nvSpPr>
          <p:spPr>
            <a:xfrm>
              <a:off x="8248467" y="3123325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8" name="Google Shape;188;p17"/>
            <p:cNvSpPr/>
            <p:nvPr/>
          </p:nvSpPr>
          <p:spPr>
            <a:xfrm>
              <a:off x="8649389" y="3123325"/>
              <a:ext cx="310500" cy="31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89" name="Google Shape;189;p17"/>
            <p:cNvSpPr/>
            <p:nvPr/>
          </p:nvSpPr>
          <p:spPr>
            <a:xfrm>
              <a:off x="8228667" y="3498675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0" name="Google Shape;190;p17"/>
            <p:cNvSpPr/>
            <p:nvPr/>
          </p:nvSpPr>
          <p:spPr>
            <a:xfrm>
              <a:off x="8620488" y="3498675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1" name="Google Shape;191;p17"/>
            <p:cNvSpPr/>
            <p:nvPr/>
          </p:nvSpPr>
          <p:spPr>
            <a:xfrm>
              <a:off x="8225203" y="3890650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2" name="Google Shape;192;p17"/>
            <p:cNvSpPr/>
            <p:nvPr/>
          </p:nvSpPr>
          <p:spPr>
            <a:xfrm>
              <a:off x="8616393" y="3890650"/>
              <a:ext cx="350100" cy="35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3" name="Google Shape;193;p17"/>
            <p:cNvSpPr/>
            <p:nvPr/>
          </p:nvSpPr>
          <p:spPr>
            <a:xfrm>
              <a:off x="8217728" y="4274243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4" name="Google Shape;194;p17"/>
            <p:cNvSpPr/>
            <p:nvPr/>
          </p:nvSpPr>
          <p:spPr>
            <a:xfrm>
              <a:off x="8605974" y="4274243"/>
              <a:ext cx="364500" cy="36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95" name="Google Shape;195;p17"/>
          <p:cNvGrpSpPr/>
          <p:nvPr/>
        </p:nvGrpSpPr>
        <p:grpSpPr>
          <a:xfrm>
            <a:off x="142078" y="79823"/>
            <a:ext cx="2140834" cy="1767927"/>
            <a:chOff x="142083" y="79814"/>
            <a:chExt cx="1831025" cy="1512212"/>
          </a:xfrm>
        </p:grpSpPr>
        <p:sp>
          <p:nvSpPr>
            <p:cNvPr id="196" name="Google Shape;196;p17"/>
            <p:cNvSpPr/>
            <p:nvPr/>
          </p:nvSpPr>
          <p:spPr>
            <a:xfrm>
              <a:off x="142083" y="79814"/>
              <a:ext cx="256500" cy="256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7" name="Google Shape;197;p17"/>
            <p:cNvSpPr/>
            <p:nvPr/>
          </p:nvSpPr>
          <p:spPr>
            <a:xfrm>
              <a:off x="487858" y="87214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8" name="Google Shape;198;p17"/>
            <p:cNvSpPr/>
            <p:nvPr/>
          </p:nvSpPr>
          <p:spPr>
            <a:xfrm>
              <a:off x="839135" y="87214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99" name="Google Shape;199;p17"/>
            <p:cNvSpPr/>
            <p:nvPr/>
          </p:nvSpPr>
          <p:spPr>
            <a:xfrm>
              <a:off x="1191033" y="105414"/>
              <a:ext cx="174000" cy="174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0" name="Google Shape;200;p17"/>
            <p:cNvSpPr/>
            <p:nvPr/>
          </p:nvSpPr>
          <p:spPr>
            <a:xfrm>
              <a:off x="1537808" y="115439"/>
              <a:ext cx="140700" cy="14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1" name="Google Shape;201;p17"/>
            <p:cNvSpPr/>
            <p:nvPr/>
          </p:nvSpPr>
          <p:spPr>
            <a:xfrm>
              <a:off x="1908008" y="148714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2" name="Google Shape;202;p17"/>
            <p:cNvSpPr/>
            <p:nvPr/>
          </p:nvSpPr>
          <p:spPr>
            <a:xfrm>
              <a:off x="164883" y="422639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3" name="Google Shape;203;p17"/>
            <p:cNvSpPr/>
            <p:nvPr/>
          </p:nvSpPr>
          <p:spPr>
            <a:xfrm>
              <a:off x="506960" y="427888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854387" y="436714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1202034" y="45038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6" name="Google Shape;206;p17"/>
            <p:cNvSpPr/>
            <p:nvPr/>
          </p:nvSpPr>
          <p:spPr>
            <a:xfrm>
              <a:off x="1558407" y="470039"/>
              <a:ext cx="97800" cy="97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7" name="Google Shape;207;p17"/>
            <p:cNvSpPr/>
            <p:nvPr/>
          </p:nvSpPr>
          <p:spPr>
            <a:xfrm>
              <a:off x="1924408" y="499814"/>
              <a:ext cx="32400" cy="3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529964" y="775614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185718" y="765448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0" name="Google Shape;210;p17"/>
            <p:cNvSpPr/>
            <p:nvPr/>
          </p:nvSpPr>
          <p:spPr>
            <a:xfrm>
              <a:off x="873448" y="78404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1" name="Google Shape;211;p17"/>
            <p:cNvSpPr/>
            <p:nvPr/>
          </p:nvSpPr>
          <p:spPr>
            <a:xfrm>
              <a:off x="1230921" y="804501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2" name="Google Shape;212;p17"/>
            <p:cNvSpPr/>
            <p:nvPr/>
          </p:nvSpPr>
          <p:spPr>
            <a:xfrm>
              <a:off x="1577346" y="824201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3" name="Google Shape;213;p17"/>
            <p:cNvSpPr/>
            <p:nvPr/>
          </p:nvSpPr>
          <p:spPr>
            <a:xfrm>
              <a:off x="551148" y="112214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4" name="Google Shape;214;p17"/>
            <p:cNvSpPr/>
            <p:nvPr/>
          </p:nvSpPr>
          <p:spPr>
            <a:xfrm>
              <a:off x="201014" y="1115389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5" name="Google Shape;215;p17"/>
            <p:cNvSpPr/>
            <p:nvPr/>
          </p:nvSpPr>
          <p:spPr>
            <a:xfrm>
              <a:off x="900639" y="1144351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6" name="Google Shape;216;p17"/>
            <p:cNvSpPr/>
            <p:nvPr/>
          </p:nvSpPr>
          <p:spPr>
            <a:xfrm>
              <a:off x="1258496" y="1160976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7" name="Google Shape;217;p17"/>
            <p:cNvSpPr/>
            <p:nvPr/>
          </p:nvSpPr>
          <p:spPr>
            <a:xfrm>
              <a:off x="240458" y="1484026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8" name="Google Shape;218;p17"/>
            <p:cNvSpPr/>
            <p:nvPr/>
          </p:nvSpPr>
          <p:spPr>
            <a:xfrm>
              <a:off x="583108" y="1486121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>
              <a:off x="937805" y="1508513"/>
              <a:ext cx="43500" cy="43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220" name="Google Shape;220;p17"/>
          <p:cNvSpPr txBox="1">
            <a:spLocks noGrp="1"/>
          </p:cNvSpPr>
          <p:nvPr>
            <p:ph type="title"/>
          </p:nvPr>
        </p:nvSpPr>
        <p:spPr>
          <a:xfrm>
            <a:off x="228600" y="2160392"/>
            <a:ext cx="57609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17"/>
          <p:cNvSpPr txBox="1">
            <a:spLocks noGrp="1"/>
          </p:cNvSpPr>
          <p:nvPr>
            <p:ph type="subTitle" idx="1"/>
          </p:nvPr>
        </p:nvSpPr>
        <p:spPr>
          <a:xfrm>
            <a:off x="228600" y="2800192"/>
            <a:ext cx="4916700" cy="5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et the team 1">
  <p:cSld name="CUSTOM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8"/>
          <p:cNvSpPr txBox="1">
            <a:spLocks noGrp="1"/>
          </p:cNvSpPr>
          <p:nvPr>
            <p:ph type="title"/>
          </p:nvPr>
        </p:nvSpPr>
        <p:spPr>
          <a:xfrm>
            <a:off x="228600" y="420017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24" name="Google Shape;224;p18"/>
          <p:cNvSpPr>
            <a:spLocks noGrp="1"/>
          </p:cNvSpPr>
          <p:nvPr>
            <p:ph type="pic" idx="2"/>
          </p:nvPr>
        </p:nvSpPr>
        <p:spPr>
          <a:xfrm>
            <a:off x="228425" y="1804150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18"/>
          <p:cNvSpPr>
            <a:spLocks noGrp="1"/>
          </p:cNvSpPr>
          <p:nvPr>
            <p:ph type="pic" idx="3"/>
          </p:nvPr>
        </p:nvSpPr>
        <p:spPr>
          <a:xfrm>
            <a:off x="2036775" y="1804150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18"/>
          <p:cNvSpPr>
            <a:spLocks noGrp="1"/>
          </p:cNvSpPr>
          <p:nvPr>
            <p:ph type="pic" idx="4"/>
          </p:nvPr>
        </p:nvSpPr>
        <p:spPr>
          <a:xfrm>
            <a:off x="3844088" y="1804150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p18"/>
          <p:cNvSpPr>
            <a:spLocks noGrp="1"/>
          </p:cNvSpPr>
          <p:nvPr>
            <p:ph type="pic" idx="5"/>
          </p:nvPr>
        </p:nvSpPr>
        <p:spPr>
          <a:xfrm>
            <a:off x="5655513" y="1804150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18"/>
          <p:cNvSpPr>
            <a:spLocks noGrp="1"/>
          </p:cNvSpPr>
          <p:nvPr>
            <p:ph type="pic" idx="6"/>
          </p:nvPr>
        </p:nvSpPr>
        <p:spPr>
          <a:xfrm>
            <a:off x="7470863" y="1804150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29" name="Google Shape;229;p18"/>
          <p:cNvSpPr txBox="1">
            <a:spLocks noGrp="1"/>
          </p:cNvSpPr>
          <p:nvPr>
            <p:ph type="subTitle" idx="1"/>
          </p:nvPr>
        </p:nvSpPr>
        <p:spPr>
          <a:xfrm>
            <a:off x="326700" y="3482650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0" name="Google Shape;230;p18"/>
          <p:cNvSpPr txBox="1">
            <a:spLocks noGrp="1"/>
          </p:cNvSpPr>
          <p:nvPr>
            <p:ph type="subTitle" idx="7"/>
          </p:nvPr>
        </p:nvSpPr>
        <p:spPr>
          <a:xfrm>
            <a:off x="326700" y="3803650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31" name="Google Shape;231;p18"/>
          <p:cNvSpPr txBox="1">
            <a:spLocks noGrp="1"/>
          </p:cNvSpPr>
          <p:nvPr>
            <p:ph type="subTitle" idx="8"/>
          </p:nvPr>
        </p:nvSpPr>
        <p:spPr>
          <a:xfrm>
            <a:off x="2131863" y="3482650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2" name="Google Shape;232;p18"/>
          <p:cNvSpPr txBox="1">
            <a:spLocks noGrp="1"/>
          </p:cNvSpPr>
          <p:nvPr>
            <p:ph type="subTitle" idx="9"/>
          </p:nvPr>
        </p:nvSpPr>
        <p:spPr>
          <a:xfrm>
            <a:off x="2131863" y="3803650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33" name="Google Shape;233;p18"/>
          <p:cNvSpPr txBox="1">
            <a:spLocks noGrp="1"/>
          </p:cNvSpPr>
          <p:nvPr>
            <p:ph type="subTitle" idx="13"/>
          </p:nvPr>
        </p:nvSpPr>
        <p:spPr>
          <a:xfrm>
            <a:off x="3945850" y="3482650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8"/>
          <p:cNvSpPr txBox="1">
            <a:spLocks noGrp="1"/>
          </p:cNvSpPr>
          <p:nvPr>
            <p:ph type="subTitle" idx="14"/>
          </p:nvPr>
        </p:nvSpPr>
        <p:spPr>
          <a:xfrm>
            <a:off x="3945850" y="3803650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35" name="Google Shape;235;p18"/>
          <p:cNvSpPr txBox="1">
            <a:spLocks noGrp="1"/>
          </p:cNvSpPr>
          <p:nvPr>
            <p:ph type="subTitle" idx="15"/>
          </p:nvPr>
        </p:nvSpPr>
        <p:spPr>
          <a:xfrm>
            <a:off x="5753462" y="3482650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6" name="Google Shape;236;p18"/>
          <p:cNvSpPr txBox="1">
            <a:spLocks noGrp="1"/>
          </p:cNvSpPr>
          <p:nvPr>
            <p:ph type="subTitle" idx="16"/>
          </p:nvPr>
        </p:nvSpPr>
        <p:spPr>
          <a:xfrm>
            <a:off x="5753462" y="3803650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37" name="Google Shape;237;p18"/>
          <p:cNvSpPr txBox="1">
            <a:spLocks noGrp="1"/>
          </p:cNvSpPr>
          <p:nvPr>
            <p:ph type="subTitle" idx="17"/>
          </p:nvPr>
        </p:nvSpPr>
        <p:spPr>
          <a:xfrm>
            <a:off x="7569712" y="3482650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8"/>
          <p:cNvSpPr txBox="1">
            <a:spLocks noGrp="1"/>
          </p:cNvSpPr>
          <p:nvPr>
            <p:ph type="subTitle" idx="18"/>
          </p:nvPr>
        </p:nvSpPr>
        <p:spPr>
          <a:xfrm>
            <a:off x="7569712" y="3803650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et the team 2">
  <p:cSld name="CUSTOM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228600" y="420017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41" name="Google Shape;241;p19"/>
          <p:cNvSpPr/>
          <p:nvPr/>
        </p:nvSpPr>
        <p:spPr>
          <a:xfrm>
            <a:off x="4898537" y="6100"/>
            <a:ext cx="1059000" cy="950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5962868" y="6100"/>
            <a:ext cx="2115000" cy="950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8077928" y="6100"/>
            <a:ext cx="1059000" cy="950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063300" y="6100"/>
            <a:ext cx="1835400" cy="950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45" name="Google Shape;245;p19"/>
          <p:cNvSpPr>
            <a:spLocks noGrp="1"/>
          </p:cNvSpPr>
          <p:nvPr>
            <p:ph type="pic" idx="2"/>
          </p:nvPr>
        </p:nvSpPr>
        <p:spPr>
          <a:xfrm>
            <a:off x="228425" y="1992125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19"/>
          <p:cNvSpPr>
            <a:spLocks noGrp="1"/>
          </p:cNvSpPr>
          <p:nvPr>
            <p:ph type="pic" idx="3"/>
          </p:nvPr>
        </p:nvSpPr>
        <p:spPr>
          <a:xfrm>
            <a:off x="2039088" y="1992125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47" name="Google Shape;247;p19"/>
          <p:cNvSpPr>
            <a:spLocks noGrp="1"/>
          </p:cNvSpPr>
          <p:nvPr>
            <p:ph type="pic" idx="4"/>
          </p:nvPr>
        </p:nvSpPr>
        <p:spPr>
          <a:xfrm>
            <a:off x="3849663" y="1992125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48" name="Google Shape;248;p19"/>
          <p:cNvSpPr>
            <a:spLocks noGrp="1"/>
          </p:cNvSpPr>
          <p:nvPr>
            <p:ph type="pic" idx="5"/>
          </p:nvPr>
        </p:nvSpPr>
        <p:spPr>
          <a:xfrm>
            <a:off x="5660238" y="1992125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49" name="Google Shape;249;p19"/>
          <p:cNvSpPr>
            <a:spLocks noGrp="1"/>
          </p:cNvSpPr>
          <p:nvPr>
            <p:ph type="pic" idx="6"/>
          </p:nvPr>
        </p:nvSpPr>
        <p:spPr>
          <a:xfrm>
            <a:off x="7470738" y="1992125"/>
            <a:ext cx="1444500" cy="1451400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19"/>
          <p:cNvSpPr txBox="1">
            <a:spLocks noGrp="1"/>
          </p:cNvSpPr>
          <p:nvPr>
            <p:ph type="subTitle" idx="1"/>
          </p:nvPr>
        </p:nvSpPr>
        <p:spPr>
          <a:xfrm>
            <a:off x="326700" y="1279442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19"/>
          <p:cNvSpPr txBox="1">
            <a:spLocks noGrp="1"/>
          </p:cNvSpPr>
          <p:nvPr>
            <p:ph type="subTitle" idx="7"/>
          </p:nvPr>
        </p:nvSpPr>
        <p:spPr>
          <a:xfrm>
            <a:off x="326700" y="1600442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52" name="Google Shape;252;p19"/>
          <p:cNvSpPr txBox="1">
            <a:spLocks noGrp="1"/>
          </p:cNvSpPr>
          <p:nvPr>
            <p:ph type="subTitle" idx="8"/>
          </p:nvPr>
        </p:nvSpPr>
        <p:spPr>
          <a:xfrm>
            <a:off x="2125163" y="1279442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19"/>
          <p:cNvSpPr txBox="1">
            <a:spLocks noGrp="1"/>
          </p:cNvSpPr>
          <p:nvPr>
            <p:ph type="subTitle" idx="9"/>
          </p:nvPr>
        </p:nvSpPr>
        <p:spPr>
          <a:xfrm>
            <a:off x="2125163" y="1600442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54" name="Google Shape;254;p19"/>
          <p:cNvSpPr txBox="1">
            <a:spLocks noGrp="1"/>
          </p:cNvSpPr>
          <p:nvPr>
            <p:ph type="subTitle" idx="13"/>
          </p:nvPr>
        </p:nvSpPr>
        <p:spPr>
          <a:xfrm>
            <a:off x="3935663" y="1279442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19"/>
          <p:cNvSpPr txBox="1">
            <a:spLocks noGrp="1"/>
          </p:cNvSpPr>
          <p:nvPr>
            <p:ph type="subTitle" idx="14"/>
          </p:nvPr>
        </p:nvSpPr>
        <p:spPr>
          <a:xfrm>
            <a:off x="3935663" y="1600442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56" name="Google Shape;256;p19"/>
          <p:cNvSpPr txBox="1">
            <a:spLocks noGrp="1"/>
          </p:cNvSpPr>
          <p:nvPr>
            <p:ph type="subTitle" idx="15"/>
          </p:nvPr>
        </p:nvSpPr>
        <p:spPr>
          <a:xfrm>
            <a:off x="5746188" y="1279442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19"/>
          <p:cNvSpPr txBox="1">
            <a:spLocks noGrp="1"/>
          </p:cNvSpPr>
          <p:nvPr>
            <p:ph type="subTitle" idx="16"/>
          </p:nvPr>
        </p:nvSpPr>
        <p:spPr>
          <a:xfrm>
            <a:off x="5746188" y="1600442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58" name="Google Shape;258;p19"/>
          <p:cNvSpPr txBox="1">
            <a:spLocks noGrp="1"/>
          </p:cNvSpPr>
          <p:nvPr>
            <p:ph type="subTitle" idx="17"/>
          </p:nvPr>
        </p:nvSpPr>
        <p:spPr>
          <a:xfrm>
            <a:off x="7556713" y="1279442"/>
            <a:ext cx="12054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"/>
              <a:buNone/>
              <a:defRPr sz="1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19"/>
          <p:cNvSpPr txBox="1">
            <a:spLocks noGrp="1"/>
          </p:cNvSpPr>
          <p:nvPr>
            <p:ph type="subTitle" idx="18"/>
          </p:nvPr>
        </p:nvSpPr>
        <p:spPr>
          <a:xfrm>
            <a:off x="7556713" y="1600442"/>
            <a:ext cx="1272600" cy="233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60" name="Google Shape;260;p19"/>
          <p:cNvSpPr txBox="1">
            <a:spLocks noGrp="1"/>
          </p:cNvSpPr>
          <p:nvPr>
            <p:ph type="body" idx="19"/>
          </p:nvPr>
        </p:nvSpPr>
        <p:spPr>
          <a:xfrm>
            <a:off x="228675" y="3618600"/>
            <a:ext cx="1444500" cy="106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261" name="Google Shape;261;p19"/>
          <p:cNvSpPr txBox="1">
            <a:spLocks noGrp="1"/>
          </p:cNvSpPr>
          <p:nvPr>
            <p:ph type="body" idx="20"/>
          </p:nvPr>
        </p:nvSpPr>
        <p:spPr>
          <a:xfrm>
            <a:off x="2039100" y="3618600"/>
            <a:ext cx="1444500" cy="106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262" name="Google Shape;262;p19"/>
          <p:cNvSpPr txBox="1">
            <a:spLocks noGrp="1"/>
          </p:cNvSpPr>
          <p:nvPr>
            <p:ph type="body" idx="21"/>
          </p:nvPr>
        </p:nvSpPr>
        <p:spPr>
          <a:xfrm>
            <a:off x="3849525" y="3618600"/>
            <a:ext cx="1444500" cy="106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263" name="Google Shape;263;p19"/>
          <p:cNvSpPr txBox="1">
            <a:spLocks noGrp="1"/>
          </p:cNvSpPr>
          <p:nvPr>
            <p:ph type="body" idx="22"/>
          </p:nvPr>
        </p:nvSpPr>
        <p:spPr>
          <a:xfrm>
            <a:off x="5659950" y="3618600"/>
            <a:ext cx="1444500" cy="106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264" name="Google Shape;264;p19"/>
          <p:cNvSpPr txBox="1">
            <a:spLocks noGrp="1"/>
          </p:cNvSpPr>
          <p:nvPr>
            <p:ph type="body" idx="23"/>
          </p:nvPr>
        </p:nvSpPr>
        <p:spPr>
          <a:xfrm>
            <a:off x="7470375" y="3618600"/>
            <a:ext cx="1444500" cy="106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BLANK_1_1_1_1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0"/>
          <p:cNvSpPr txBox="1">
            <a:spLocks noGrp="1"/>
          </p:cNvSpPr>
          <p:nvPr>
            <p:ph type="title"/>
          </p:nvPr>
        </p:nvSpPr>
        <p:spPr>
          <a:xfrm>
            <a:off x="228600" y="420017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locks">
  <p:cSld name="BLANK_1_1_1_1_3"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1"/>
          <p:cNvSpPr txBox="1">
            <a:spLocks noGrp="1"/>
          </p:cNvSpPr>
          <p:nvPr>
            <p:ph type="subTitle" idx="1"/>
          </p:nvPr>
        </p:nvSpPr>
        <p:spPr>
          <a:xfrm>
            <a:off x="424600" y="1730976"/>
            <a:ext cx="2484300" cy="1983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21"/>
          <p:cNvSpPr txBox="1">
            <a:spLocks noGrp="1"/>
          </p:cNvSpPr>
          <p:nvPr>
            <p:ph type="body" idx="2"/>
          </p:nvPr>
        </p:nvSpPr>
        <p:spPr>
          <a:xfrm>
            <a:off x="424600" y="1984850"/>
            <a:ext cx="2466300" cy="959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270" name="Google Shape;270;p21"/>
          <p:cNvSpPr txBox="1">
            <a:spLocks noGrp="1"/>
          </p:cNvSpPr>
          <p:nvPr>
            <p:ph type="subTitle" idx="3"/>
          </p:nvPr>
        </p:nvSpPr>
        <p:spPr>
          <a:xfrm>
            <a:off x="3329688" y="1730976"/>
            <a:ext cx="2484300" cy="1983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21"/>
          <p:cNvSpPr txBox="1">
            <a:spLocks noGrp="1"/>
          </p:cNvSpPr>
          <p:nvPr>
            <p:ph type="body" idx="4"/>
          </p:nvPr>
        </p:nvSpPr>
        <p:spPr>
          <a:xfrm>
            <a:off x="3329688" y="1984850"/>
            <a:ext cx="2466300" cy="959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272" name="Google Shape;272;p21"/>
          <p:cNvSpPr txBox="1">
            <a:spLocks noGrp="1"/>
          </p:cNvSpPr>
          <p:nvPr>
            <p:ph type="subTitle" idx="5"/>
          </p:nvPr>
        </p:nvSpPr>
        <p:spPr>
          <a:xfrm>
            <a:off x="6237091" y="1730976"/>
            <a:ext cx="2484300" cy="1983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21"/>
          <p:cNvSpPr txBox="1">
            <a:spLocks noGrp="1"/>
          </p:cNvSpPr>
          <p:nvPr>
            <p:ph type="body" idx="6"/>
          </p:nvPr>
        </p:nvSpPr>
        <p:spPr>
          <a:xfrm>
            <a:off x="6237091" y="1984850"/>
            <a:ext cx="2466300" cy="959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274" name="Google Shape;274;p21"/>
          <p:cNvSpPr txBox="1">
            <a:spLocks noGrp="1"/>
          </p:cNvSpPr>
          <p:nvPr>
            <p:ph type="title"/>
          </p:nvPr>
        </p:nvSpPr>
        <p:spPr>
          <a:xfrm>
            <a:off x="228600" y="420025"/>
            <a:ext cx="48177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75" name="Google Shape;275;p21"/>
          <p:cNvSpPr txBox="1">
            <a:spLocks noGrp="1"/>
          </p:cNvSpPr>
          <p:nvPr>
            <p:ph type="subTitle" idx="7"/>
          </p:nvPr>
        </p:nvSpPr>
        <p:spPr>
          <a:xfrm>
            <a:off x="424600" y="3474395"/>
            <a:ext cx="2484300" cy="1983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21"/>
          <p:cNvSpPr txBox="1">
            <a:spLocks noGrp="1"/>
          </p:cNvSpPr>
          <p:nvPr>
            <p:ph type="body" idx="8"/>
          </p:nvPr>
        </p:nvSpPr>
        <p:spPr>
          <a:xfrm>
            <a:off x="424600" y="3724325"/>
            <a:ext cx="3718800" cy="41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subTitle" idx="9"/>
          </p:nvPr>
        </p:nvSpPr>
        <p:spPr>
          <a:xfrm>
            <a:off x="4815675" y="3474395"/>
            <a:ext cx="2484300" cy="1983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body" idx="13"/>
          </p:nvPr>
        </p:nvSpPr>
        <p:spPr>
          <a:xfrm>
            <a:off x="4815675" y="3724325"/>
            <a:ext cx="3718800" cy="41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eatures">
  <p:cSld name="BLANK_1_1_1_1_2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2"/>
          <p:cNvSpPr txBox="1">
            <a:spLocks noGrp="1"/>
          </p:cNvSpPr>
          <p:nvPr>
            <p:ph type="title"/>
          </p:nvPr>
        </p:nvSpPr>
        <p:spPr>
          <a:xfrm>
            <a:off x="228600" y="420017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81" name="Google Shape;281;p22"/>
          <p:cNvSpPr>
            <a:spLocks noGrp="1"/>
          </p:cNvSpPr>
          <p:nvPr>
            <p:ph type="pic" idx="2"/>
          </p:nvPr>
        </p:nvSpPr>
        <p:spPr>
          <a:xfrm>
            <a:off x="1446025" y="1291825"/>
            <a:ext cx="1232400" cy="1283100"/>
          </a:xfrm>
          <a:prstGeom prst="snip1Rect">
            <a:avLst>
              <a:gd name="adj" fmla="val 44296"/>
            </a:avLst>
          </a:prstGeom>
          <a:noFill/>
          <a:ln>
            <a:noFill/>
          </a:ln>
        </p:spPr>
      </p:sp>
      <p:sp>
        <p:nvSpPr>
          <p:cNvPr id="282" name="Google Shape;282;p22"/>
          <p:cNvSpPr>
            <a:spLocks noGrp="1"/>
          </p:cNvSpPr>
          <p:nvPr>
            <p:ph type="pic" idx="3"/>
          </p:nvPr>
        </p:nvSpPr>
        <p:spPr>
          <a:xfrm>
            <a:off x="6526650" y="1291825"/>
            <a:ext cx="1232400" cy="1283100"/>
          </a:xfrm>
          <a:prstGeom prst="snip1Rect">
            <a:avLst>
              <a:gd name="adj" fmla="val 44296"/>
            </a:avLst>
          </a:prstGeom>
          <a:noFill/>
          <a:ln>
            <a:noFill/>
          </a:ln>
        </p:spPr>
      </p:sp>
      <p:sp>
        <p:nvSpPr>
          <p:cNvPr id="283" name="Google Shape;283;p22"/>
          <p:cNvSpPr>
            <a:spLocks noGrp="1"/>
          </p:cNvSpPr>
          <p:nvPr>
            <p:ph type="pic" idx="4"/>
          </p:nvPr>
        </p:nvSpPr>
        <p:spPr>
          <a:xfrm>
            <a:off x="3982125" y="2570200"/>
            <a:ext cx="1232400" cy="1292100"/>
          </a:xfrm>
          <a:prstGeom prst="snip1Rect">
            <a:avLst>
              <a:gd name="adj" fmla="val 44296"/>
            </a:avLst>
          </a:prstGeom>
          <a:noFill/>
          <a:ln>
            <a:noFill/>
          </a:ln>
        </p:spPr>
      </p:sp>
      <p:sp>
        <p:nvSpPr>
          <p:cNvPr id="284" name="Google Shape;284;p22"/>
          <p:cNvSpPr txBox="1">
            <a:spLocks noGrp="1"/>
          </p:cNvSpPr>
          <p:nvPr>
            <p:ph type="subTitle" idx="1"/>
          </p:nvPr>
        </p:nvSpPr>
        <p:spPr>
          <a:xfrm>
            <a:off x="228477" y="2667425"/>
            <a:ext cx="19473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22"/>
          <p:cNvSpPr txBox="1">
            <a:spLocks noGrp="1"/>
          </p:cNvSpPr>
          <p:nvPr>
            <p:ph type="subTitle" idx="5"/>
          </p:nvPr>
        </p:nvSpPr>
        <p:spPr>
          <a:xfrm>
            <a:off x="228475" y="3167625"/>
            <a:ext cx="2195100" cy="690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9pPr>
          </a:lstStyle>
          <a:p>
            <a:endParaRPr/>
          </a:p>
        </p:txBody>
      </p:sp>
      <p:sp>
        <p:nvSpPr>
          <p:cNvPr id="286" name="Google Shape;286;p22"/>
          <p:cNvSpPr txBox="1">
            <a:spLocks noGrp="1"/>
          </p:cNvSpPr>
          <p:nvPr>
            <p:ph type="subTitle" idx="6"/>
          </p:nvPr>
        </p:nvSpPr>
        <p:spPr>
          <a:xfrm>
            <a:off x="2833342" y="3971788"/>
            <a:ext cx="19473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subTitle" idx="7"/>
          </p:nvPr>
        </p:nvSpPr>
        <p:spPr>
          <a:xfrm>
            <a:off x="2833350" y="4471996"/>
            <a:ext cx="2195100" cy="440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9pPr>
          </a:lstStyle>
          <a:p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ubTitle" idx="8"/>
          </p:nvPr>
        </p:nvSpPr>
        <p:spPr>
          <a:xfrm>
            <a:off x="5382242" y="2686145"/>
            <a:ext cx="19473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22"/>
          <p:cNvSpPr txBox="1">
            <a:spLocks noGrp="1"/>
          </p:cNvSpPr>
          <p:nvPr>
            <p:ph type="subTitle" idx="9"/>
          </p:nvPr>
        </p:nvSpPr>
        <p:spPr>
          <a:xfrm>
            <a:off x="5382250" y="3186352"/>
            <a:ext cx="2195100" cy="440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9pPr>
          </a:lstStyle>
          <a:p>
            <a:endParaRPr/>
          </a:p>
        </p:txBody>
      </p:sp>
      <p:sp>
        <p:nvSpPr>
          <p:cNvPr id="290" name="Google Shape;290;p22"/>
          <p:cNvSpPr txBox="1">
            <a:spLocks noGrp="1"/>
          </p:cNvSpPr>
          <p:nvPr>
            <p:ph type="subTitle" idx="13"/>
          </p:nvPr>
        </p:nvSpPr>
        <p:spPr>
          <a:xfrm>
            <a:off x="2418550" y="2576525"/>
            <a:ext cx="256500" cy="27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ed Hat Display Medium"/>
              <a:buNone/>
              <a:defRPr sz="5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22"/>
          <p:cNvSpPr txBox="1">
            <a:spLocks noGrp="1"/>
          </p:cNvSpPr>
          <p:nvPr>
            <p:ph type="subTitle" idx="14"/>
          </p:nvPr>
        </p:nvSpPr>
        <p:spPr>
          <a:xfrm>
            <a:off x="4958025" y="3866186"/>
            <a:ext cx="256500" cy="27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ed Hat Display Medium"/>
              <a:buNone/>
              <a:defRPr sz="5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2" name="Google Shape;292;p22"/>
          <p:cNvSpPr txBox="1">
            <a:spLocks noGrp="1"/>
          </p:cNvSpPr>
          <p:nvPr>
            <p:ph type="subTitle" idx="15"/>
          </p:nvPr>
        </p:nvSpPr>
        <p:spPr>
          <a:xfrm>
            <a:off x="7502550" y="2578054"/>
            <a:ext cx="256500" cy="27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ed Hat Display Medium"/>
              <a:buNone/>
              <a:defRPr sz="5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Display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ards">
  <p:cSld name="CUSTOM_2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Google Shape;294;p23"/>
          <p:cNvPicPr preferRelativeResize="0"/>
          <p:nvPr/>
        </p:nvPicPr>
        <p:blipFill rotWithShape="1">
          <a:blip r:embed="rId2">
            <a:alphaModFix/>
          </a:blip>
          <a:srcRect t="6703" r="17931" b="7467"/>
          <a:stretch/>
        </p:blipFill>
        <p:spPr>
          <a:xfrm>
            <a:off x="5425450" y="0"/>
            <a:ext cx="3718549" cy="4097924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3"/>
          <p:cNvSpPr txBox="1">
            <a:spLocks noGrp="1"/>
          </p:cNvSpPr>
          <p:nvPr>
            <p:ph type="title"/>
          </p:nvPr>
        </p:nvSpPr>
        <p:spPr>
          <a:xfrm>
            <a:off x="228600" y="420017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96" name="Google Shape;296;p23"/>
          <p:cNvSpPr txBox="1">
            <a:spLocks noGrp="1"/>
          </p:cNvSpPr>
          <p:nvPr>
            <p:ph type="subTitle" idx="1"/>
          </p:nvPr>
        </p:nvSpPr>
        <p:spPr>
          <a:xfrm>
            <a:off x="540525" y="1771575"/>
            <a:ext cx="2325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97" name="Google Shape;297;p23"/>
          <p:cNvSpPr txBox="1">
            <a:spLocks noGrp="1"/>
          </p:cNvSpPr>
          <p:nvPr>
            <p:ph type="subTitle" idx="2"/>
          </p:nvPr>
        </p:nvSpPr>
        <p:spPr>
          <a:xfrm>
            <a:off x="540525" y="2628017"/>
            <a:ext cx="2199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98" name="Google Shape;298;p23"/>
          <p:cNvSpPr txBox="1">
            <a:spLocks noGrp="1"/>
          </p:cNvSpPr>
          <p:nvPr>
            <p:ph type="subTitle" idx="3"/>
          </p:nvPr>
        </p:nvSpPr>
        <p:spPr>
          <a:xfrm>
            <a:off x="3466575" y="1771575"/>
            <a:ext cx="2325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299" name="Google Shape;299;p23"/>
          <p:cNvSpPr txBox="1">
            <a:spLocks noGrp="1"/>
          </p:cNvSpPr>
          <p:nvPr>
            <p:ph type="subTitle" idx="4"/>
          </p:nvPr>
        </p:nvSpPr>
        <p:spPr>
          <a:xfrm>
            <a:off x="3466575" y="2628017"/>
            <a:ext cx="2199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300" name="Google Shape;300;p23"/>
          <p:cNvSpPr txBox="1">
            <a:spLocks noGrp="1"/>
          </p:cNvSpPr>
          <p:nvPr>
            <p:ph type="subTitle" idx="5"/>
          </p:nvPr>
        </p:nvSpPr>
        <p:spPr>
          <a:xfrm>
            <a:off x="6392625" y="1771575"/>
            <a:ext cx="2325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301" name="Google Shape;301;p23"/>
          <p:cNvSpPr txBox="1">
            <a:spLocks noGrp="1"/>
          </p:cNvSpPr>
          <p:nvPr>
            <p:ph type="subTitle" idx="6"/>
          </p:nvPr>
        </p:nvSpPr>
        <p:spPr>
          <a:xfrm>
            <a:off x="6392625" y="2628017"/>
            <a:ext cx="21990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w/ 3 ideas">
  <p:cSld name="CUSTOM_3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24"/>
          <p:cNvPicPr preferRelativeResize="0"/>
          <p:nvPr/>
        </p:nvPicPr>
        <p:blipFill rotWithShape="1">
          <a:blip r:embed="rId2">
            <a:alphaModFix/>
          </a:blip>
          <a:srcRect l="14900" t="15235" r="18070" b="15068"/>
          <a:stretch/>
        </p:blipFill>
        <p:spPr>
          <a:xfrm>
            <a:off x="2750850" y="1538351"/>
            <a:ext cx="1791900" cy="2175997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4"/>
          <p:cNvSpPr/>
          <p:nvPr/>
        </p:nvSpPr>
        <p:spPr>
          <a:xfrm rot="10800000">
            <a:off x="2020350" y="3151875"/>
            <a:ext cx="2509500" cy="1216800"/>
          </a:xfrm>
          <a:prstGeom prst="roundRect">
            <a:avLst>
              <a:gd name="adj" fmla="val 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00" b="1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title"/>
          </p:nvPr>
        </p:nvSpPr>
        <p:spPr>
          <a:xfrm>
            <a:off x="228600" y="420025"/>
            <a:ext cx="4296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06" name="Google Shape;306;p24"/>
          <p:cNvSpPr>
            <a:spLocks noGrp="1"/>
          </p:cNvSpPr>
          <p:nvPr>
            <p:ph type="pic" idx="2"/>
          </p:nvPr>
        </p:nvSpPr>
        <p:spPr>
          <a:xfrm>
            <a:off x="228425" y="2450950"/>
            <a:ext cx="1791900" cy="19176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24"/>
          <p:cNvSpPr txBox="1">
            <a:spLocks noGrp="1"/>
          </p:cNvSpPr>
          <p:nvPr>
            <p:ph type="subTitle" idx="1"/>
          </p:nvPr>
        </p:nvSpPr>
        <p:spPr>
          <a:xfrm>
            <a:off x="2150204" y="3212736"/>
            <a:ext cx="16365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08" name="Google Shape;308;p24"/>
          <p:cNvSpPr txBox="1">
            <a:spLocks noGrp="1"/>
          </p:cNvSpPr>
          <p:nvPr>
            <p:ph type="subTitle" idx="3"/>
          </p:nvPr>
        </p:nvSpPr>
        <p:spPr>
          <a:xfrm>
            <a:off x="2150200" y="3668125"/>
            <a:ext cx="22611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  <p:sp>
        <p:nvSpPr>
          <p:cNvPr id="309" name="Google Shape;309;p24"/>
          <p:cNvSpPr txBox="1">
            <a:spLocks noGrp="1"/>
          </p:cNvSpPr>
          <p:nvPr>
            <p:ph type="subTitle" idx="4"/>
          </p:nvPr>
        </p:nvSpPr>
        <p:spPr>
          <a:xfrm>
            <a:off x="6122828" y="399200"/>
            <a:ext cx="27927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24"/>
          <p:cNvSpPr txBox="1">
            <a:spLocks noGrp="1"/>
          </p:cNvSpPr>
          <p:nvPr>
            <p:ph type="subTitle" idx="5"/>
          </p:nvPr>
        </p:nvSpPr>
        <p:spPr>
          <a:xfrm>
            <a:off x="6122827" y="837400"/>
            <a:ext cx="2792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  <p:sp>
        <p:nvSpPr>
          <p:cNvPr id="311" name="Google Shape;311;p24"/>
          <p:cNvSpPr txBox="1">
            <a:spLocks noGrp="1"/>
          </p:cNvSpPr>
          <p:nvPr>
            <p:ph type="subTitle" idx="6"/>
          </p:nvPr>
        </p:nvSpPr>
        <p:spPr>
          <a:xfrm>
            <a:off x="6122828" y="1964891"/>
            <a:ext cx="27927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24"/>
          <p:cNvSpPr txBox="1">
            <a:spLocks noGrp="1"/>
          </p:cNvSpPr>
          <p:nvPr>
            <p:ph type="subTitle" idx="7"/>
          </p:nvPr>
        </p:nvSpPr>
        <p:spPr>
          <a:xfrm>
            <a:off x="6122827" y="2403091"/>
            <a:ext cx="2792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  <p:sp>
        <p:nvSpPr>
          <p:cNvPr id="313" name="Google Shape;313;p24"/>
          <p:cNvSpPr txBox="1">
            <a:spLocks noGrp="1"/>
          </p:cNvSpPr>
          <p:nvPr>
            <p:ph type="subTitle" idx="8"/>
          </p:nvPr>
        </p:nvSpPr>
        <p:spPr>
          <a:xfrm>
            <a:off x="6122828" y="3532866"/>
            <a:ext cx="2792700" cy="3015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24"/>
          <p:cNvSpPr txBox="1">
            <a:spLocks noGrp="1"/>
          </p:cNvSpPr>
          <p:nvPr>
            <p:ph type="subTitle" idx="9"/>
          </p:nvPr>
        </p:nvSpPr>
        <p:spPr>
          <a:xfrm>
            <a:off x="6122827" y="3971066"/>
            <a:ext cx="2792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ideas">
  <p:cSld name="CUSTOM_4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subTitle" idx="1"/>
          </p:nvPr>
        </p:nvSpPr>
        <p:spPr>
          <a:xfrm>
            <a:off x="4590850" y="2481900"/>
            <a:ext cx="1222800" cy="370500"/>
          </a:xfrm>
          <a:prstGeom prst="rect">
            <a:avLst/>
          </a:prstGeom>
        </p:spPr>
        <p:txBody>
          <a:bodyPr spcFirstLastPara="1" wrap="square" lIns="0" tIns="0" rIns="91425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25"/>
          <p:cNvSpPr txBox="1">
            <a:spLocks noGrp="1"/>
          </p:cNvSpPr>
          <p:nvPr>
            <p:ph type="subTitle" idx="2"/>
          </p:nvPr>
        </p:nvSpPr>
        <p:spPr>
          <a:xfrm>
            <a:off x="4590850" y="3812700"/>
            <a:ext cx="1222800" cy="3705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ubTitle" idx="3"/>
          </p:nvPr>
        </p:nvSpPr>
        <p:spPr>
          <a:xfrm>
            <a:off x="4590850" y="1151100"/>
            <a:ext cx="1222800" cy="3705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25"/>
          <p:cNvSpPr txBox="1">
            <a:spLocks noGrp="1"/>
          </p:cNvSpPr>
          <p:nvPr>
            <p:ph type="title"/>
          </p:nvPr>
        </p:nvSpPr>
        <p:spPr>
          <a:xfrm>
            <a:off x="228600" y="420025"/>
            <a:ext cx="29262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20" name="Google Shape;320;p25"/>
          <p:cNvSpPr/>
          <p:nvPr/>
        </p:nvSpPr>
        <p:spPr>
          <a:xfrm>
            <a:off x="3849550" y="1151100"/>
            <a:ext cx="741300" cy="1330800"/>
          </a:xfrm>
          <a:prstGeom prst="snip2DiagRect">
            <a:avLst>
              <a:gd name="adj1" fmla="val 0"/>
              <a:gd name="adj2" fmla="val 39159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321" name="Google Shape;321;p25"/>
          <p:cNvSpPr/>
          <p:nvPr/>
        </p:nvSpPr>
        <p:spPr>
          <a:xfrm>
            <a:off x="3849550" y="2481900"/>
            <a:ext cx="741300" cy="1330800"/>
          </a:xfrm>
          <a:prstGeom prst="snip2DiagRect">
            <a:avLst>
              <a:gd name="adj1" fmla="val 0"/>
              <a:gd name="adj2" fmla="val 39159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322" name="Google Shape;322;p25"/>
          <p:cNvSpPr/>
          <p:nvPr/>
        </p:nvSpPr>
        <p:spPr>
          <a:xfrm>
            <a:off x="3849550" y="-179700"/>
            <a:ext cx="741300" cy="1330800"/>
          </a:xfrm>
          <a:prstGeom prst="snip2DiagRect">
            <a:avLst>
              <a:gd name="adj1" fmla="val 0"/>
              <a:gd name="adj2" fmla="val 39159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3849550" y="3812700"/>
            <a:ext cx="741300" cy="1330800"/>
          </a:xfrm>
          <a:prstGeom prst="snip2DiagRect">
            <a:avLst>
              <a:gd name="adj1" fmla="val 0"/>
              <a:gd name="adj2" fmla="val 39159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324" name="Google Shape;324;p25"/>
          <p:cNvSpPr txBox="1">
            <a:spLocks noGrp="1"/>
          </p:cNvSpPr>
          <p:nvPr>
            <p:ph type="subTitle" idx="4"/>
          </p:nvPr>
        </p:nvSpPr>
        <p:spPr>
          <a:xfrm>
            <a:off x="6080700" y="1199945"/>
            <a:ext cx="2834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  <p:sp>
        <p:nvSpPr>
          <p:cNvPr id="325" name="Google Shape;325;p25"/>
          <p:cNvSpPr txBox="1">
            <a:spLocks noGrp="1"/>
          </p:cNvSpPr>
          <p:nvPr>
            <p:ph type="subTitle" idx="5"/>
          </p:nvPr>
        </p:nvSpPr>
        <p:spPr>
          <a:xfrm>
            <a:off x="6080700" y="2530745"/>
            <a:ext cx="2834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  <p:sp>
        <p:nvSpPr>
          <p:cNvPr id="326" name="Google Shape;326;p25"/>
          <p:cNvSpPr txBox="1">
            <a:spLocks noGrp="1"/>
          </p:cNvSpPr>
          <p:nvPr>
            <p:ph type="subTitle" idx="6"/>
          </p:nvPr>
        </p:nvSpPr>
        <p:spPr>
          <a:xfrm>
            <a:off x="6080700" y="3861545"/>
            <a:ext cx="2834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columns w/ text">
  <p:cSld name="CUSTOM_5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6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29" name="Google Shape;329;p26"/>
          <p:cNvSpPr txBox="1">
            <a:spLocks noGrp="1"/>
          </p:cNvSpPr>
          <p:nvPr>
            <p:ph type="subTitle" idx="1"/>
          </p:nvPr>
        </p:nvSpPr>
        <p:spPr>
          <a:xfrm>
            <a:off x="229525" y="1803875"/>
            <a:ext cx="1776300" cy="29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30" name="Google Shape;330;p26"/>
          <p:cNvSpPr txBox="1">
            <a:spLocks noGrp="1"/>
          </p:cNvSpPr>
          <p:nvPr>
            <p:ph type="subTitle" idx="2"/>
          </p:nvPr>
        </p:nvSpPr>
        <p:spPr>
          <a:xfrm>
            <a:off x="2427475" y="1803875"/>
            <a:ext cx="1776300" cy="29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31" name="Google Shape;331;p26"/>
          <p:cNvSpPr txBox="1">
            <a:spLocks noGrp="1"/>
          </p:cNvSpPr>
          <p:nvPr>
            <p:ph type="subTitle" idx="3"/>
          </p:nvPr>
        </p:nvSpPr>
        <p:spPr>
          <a:xfrm>
            <a:off x="4622700" y="1803875"/>
            <a:ext cx="1776300" cy="290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32" name="Google Shape;332;p26"/>
          <p:cNvSpPr txBox="1">
            <a:spLocks noGrp="1"/>
          </p:cNvSpPr>
          <p:nvPr>
            <p:ph type="subTitle" idx="4"/>
          </p:nvPr>
        </p:nvSpPr>
        <p:spPr>
          <a:xfrm>
            <a:off x="6813656" y="1803875"/>
            <a:ext cx="1776300" cy="29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33" name="Google Shape;333;p26"/>
          <p:cNvSpPr txBox="1">
            <a:spLocks noGrp="1"/>
          </p:cNvSpPr>
          <p:nvPr>
            <p:ph type="body" idx="5"/>
          </p:nvPr>
        </p:nvSpPr>
        <p:spPr>
          <a:xfrm>
            <a:off x="561325" y="2353450"/>
            <a:ext cx="1566600" cy="18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334" name="Google Shape;334;p26"/>
          <p:cNvSpPr txBox="1">
            <a:spLocks noGrp="1"/>
          </p:cNvSpPr>
          <p:nvPr>
            <p:ph type="body" idx="6"/>
          </p:nvPr>
        </p:nvSpPr>
        <p:spPr>
          <a:xfrm>
            <a:off x="2757388" y="2353450"/>
            <a:ext cx="1566600" cy="18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335" name="Google Shape;335;p26"/>
          <p:cNvSpPr txBox="1">
            <a:spLocks noGrp="1"/>
          </p:cNvSpPr>
          <p:nvPr>
            <p:ph type="body" idx="7"/>
          </p:nvPr>
        </p:nvSpPr>
        <p:spPr>
          <a:xfrm>
            <a:off x="4958413" y="2353450"/>
            <a:ext cx="1566600" cy="18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○"/>
              <a:defRPr sz="800"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336" name="Google Shape;336;p26"/>
          <p:cNvSpPr txBox="1">
            <a:spLocks noGrp="1"/>
          </p:cNvSpPr>
          <p:nvPr>
            <p:ph type="body" idx="8"/>
          </p:nvPr>
        </p:nvSpPr>
        <p:spPr>
          <a:xfrm>
            <a:off x="7146863" y="2353450"/>
            <a:ext cx="1566600" cy="18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d Hat Display"/>
              <a:buChar char="■"/>
              <a:defRPr sz="800"/>
            </a:lvl9pPr>
          </a:lstStyle>
          <a:p>
            <a:endParaRPr/>
          </a:p>
        </p:txBody>
      </p:sp>
      <p:sp>
        <p:nvSpPr>
          <p:cNvPr id="337" name="Google Shape;337;p26"/>
          <p:cNvSpPr txBox="1">
            <a:spLocks noGrp="1"/>
          </p:cNvSpPr>
          <p:nvPr>
            <p:ph type="subTitle" idx="9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26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CUSTOM_5_2_3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7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41" name="Google Shape;341;p27"/>
          <p:cNvSpPr txBox="1">
            <a:spLocks noGrp="1"/>
          </p:cNvSpPr>
          <p:nvPr>
            <p:ph type="subTitle" idx="1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42" name="Google Shape;342;p27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43" name="Google Shape;343;p27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44" name="Google Shape;344;p27"/>
          <p:cNvSpPr txBox="1">
            <a:spLocks noGrp="1"/>
          </p:cNvSpPr>
          <p:nvPr>
            <p:ph type="subTitle" idx="2"/>
          </p:nvPr>
        </p:nvSpPr>
        <p:spPr>
          <a:xfrm>
            <a:off x="1977175" y="1698625"/>
            <a:ext cx="1369500" cy="290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27"/>
          <p:cNvSpPr txBox="1">
            <a:spLocks noGrp="1"/>
          </p:cNvSpPr>
          <p:nvPr>
            <p:ph type="subTitle" idx="3"/>
          </p:nvPr>
        </p:nvSpPr>
        <p:spPr>
          <a:xfrm>
            <a:off x="3623185" y="1698625"/>
            <a:ext cx="1369500" cy="290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46" name="Google Shape;346;p27"/>
          <p:cNvSpPr txBox="1">
            <a:spLocks noGrp="1"/>
          </p:cNvSpPr>
          <p:nvPr>
            <p:ph type="subTitle" idx="4"/>
          </p:nvPr>
        </p:nvSpPr>
        <p:spPr>
          <a:xfrm>
            <a:off x="5465499" y="1698625"/>
            <a:ext cx="1369500" cy="290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27"/>
          <p:cNvSpPr txBox="1">
            <a:spLocks noGrp="1"/>
          </p:cNvSpPr>
          <p:nvPr>
            <p:ph type="subTitle" idx="5"/>
          </p:nvPr>
        </p:nvSpPr>
        <p:spPr>
          <a:xfrm>
            <a:off x="385125" y="2200600"/>
            <a:ext cx="15033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27"/>
          <p:cNvSpPr txBox="1">
            <a:spLocks noGrp="1"/>
          </p:cNvSpPr>
          <p:nvPr>
            <p:ph type="subTitle" idx="6"/>
          </p:nvPr>
        </p:nvSpPr>
        <p:spPr>
          <a:xfrm>
            <a:off x="385125" y="2610850"/>
            <a:ext cx="15033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49" name="Google Shape;349;p27"/>
          <p:cNvSpPr txBox="1">
            <a:spLocks noGrp="1"/>
          </p:cNvSpPr>
          <p:nvPr>
            <p:ph type="subTitle" idx="7"/>
          </p:nvPr>
        </p:nvSpPr>
        <p:spPr>
          <a:xfrm>
            <a:off x="385125" y="3024075"/>
            <a:ext cx="15033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27"/>
          <p:cNvSpPr txBox="1">
            <a:spLocks noGrp="1"/>
          </p:cNvSpPr>
          <p:nvPr>
            <p:ph type="subTitle" idx="8"/>
          </p:nvPr>
        </p:nvSpPr>
        <p:spPr>
          <a:xfrm>
            <a:off x="385125" y="3429650"/>
            <a:ext cx="15033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1" name="Google Shape;351;p27"/>
          <p:cNvSpPr txBox="1">
            <a:spLocks noGrp="1"/>
          </p:cNvSpPr>
          <p:nvPr>
            <p:ph type="subTitle" idx="9"/>
          </p:nvPr>
        </p:nvSpPr>
        <p:spPr>
          <a:xfrm>
            <a:off x="385125" y="3848500"/>
            <a:ext cx="15033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27"/>
          <p:cNvSpPr txBox="1">
            <a:spLocks noGrp="1"/>
          </p:cNvSpPr>
          <p:nvPr>
            <p:ph type="subTitle" idx="13"/>
          </p:nvPr>
        </p:nvSpPr>
        <p:spPr>
          <a:xfrm>
            <a:off x="1977175" y="22006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p27"/>
          <p:cNvSpPr txBox="1">
            <a:spLocks noGrp="1"/>
          </p:cNvSpPr>
          <p:nvPr>
            <p:ph type="subTitle" idx="14"/>
          </p:nvPr>
        </p:nvSpPr>
        <p:spPr>
          <a:xfrm>
            <a:off x="1977175" y="261085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27"/>
          <p:cNvSpPr txBox="1">
            <a:spLocks noGrp="1"/>
          </p:cNvSpPr>
          <p:nvPr>
            <p:ph type="subTitle" idx="15"/>
          </p:nvPr>
        </p:nvSpPr>
        <p:spPr>
          <a:xfrm>
            <a:off x="1977175" y="30222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27"/>
          <p:cNvSpPr txBox="1">
            <a:spLocks noGrp="1"/>
          </p:cNvSpPr>
          <p:nvPr>
            <p:ph type="subTitle" idx="16"/>
          </p:nvPr>
        </p:nvSpPr>
        <p:spPr>
          <a:xfrm>
            <a:off x="1977175" y="34370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7"/>
          <p:cNvSpPr txBox="1">
            <a:spLocks noGrp="1"/>
          </p:cNvSpPr>
          <p:nvPr>
            <p:ph type="subTitle" idx="17"/>
          </p:nvPr>
        </p:nvSpPr>
        <p:spPr>
          <a:xfrm>
            <a:off x="1977175" y="384945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27"/>
          <p:cNvSpPr txBox="1">
            <a:spLocks noGrp="1"/>
          </p:cNvSpPr>
          <p:nvPr>
            <p:ph type="subTitle" idx="18"/>
          </p:nvPr>
        </p:nvSpPr>
        <p:spPr>
          <a:xfrm>
            <a:off x="3623175" y="22006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7"/>
          <p:cNvSpPr txBox="1">
            <a:spLocks noGrp="1"/>
          </p:cNvSpPr>
          <p:nvPr>
            <p:ph type="subTitle" idx="19"/>
          </p:nvPr>
        </p:nvSpPr>
        <p:spPr>
          <a:xfrm>
            <a:off x="3623175" y="261085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27"/>
          <p:cNvSpPr txBox="1">
            <a:spLocks noGrp="1"/>
          </p:cNvSpPr>
          <p:nvPr>
            <p:ph type="subTitle" idx="20"/>
          </p:nvPr>
        </p:nvSpPr>
        <p:spPr>
          <a:xfrm>
            <a:off x="3623175" y="30222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0" name="Google Shape;360;p27"/>
          <p:cNvSpPr txBox="1">
            <a:spLocks noGrp="1"/>
          </p:cNvSpPr>
          <p:nvPr>
            <p:ph type="subTitle" idx="21"/>
          </p:nvPr>
        </p:nvSpPr>
        <p:spPr>
          <a:xfrm>
            <a:off x="3623175" y="343700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p27"/>
          <p:cNvSpPr txBox="1">
            <a:spLocks noGrp="1"/>
          </p:cNvSpPr>
          <p:nvPr>
            <p:ph type="subTitle" idx="22"/>
          </p:nvPr>
        </p:nvSpPr>
        <p:spPr>
          <a:xfrm>
            <a:off x="3623175" y="3849450"/>
            <a:ext cx="13695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27"/>
          <p:cNvSpPr txBox="1">
            <a:spLocks noGrp="1"/>
          </p:cNvSpPr>
          <p:nvPr>
            <p:ph type="subTitle" idx="23"/>
          </p:nvPr>
        </p:nvSpPr>
        <p:spPr>
          <a:xfrm>
            <a:off x="5465501" y="2200600"/>
            <a:ext cx="28707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27"/>
          <p:cNvSpPr txBox="1">
            <a:spLocks noGrp="1"/>
          </p:cNvSpPr>
          <p:nvPr>
            <p:ph type="subTitle" idx="24"/>
          </p:nvPr>
        </p:nvSpPr>
        <p:spPr>
          <a:xfrm>
            <a:off x="5465501" y="2610850"/>
            <a:ext cx="28707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4" name="Google Shape;364;p27"/>
          <p:cNvSpPr txBox="1">
            <a:spLocks noGrp="1"/>
          </p:cNvSpPr>
          <p:nvPr>
            <p:ph type="subTitle" idx="25"/>
          </p:nvPr>
        </p:nvSpPr>
        <p:spPr>
          <a:xfrm>
            <a:off x="5465501" y="3022200"/>
            <a:ext cx="28707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5" name="Google Shape;365;p27"/>
          <p:cNvSpPr txBox="1">
            <a:spLocks noGrp="1"/>
          </p:cNvSpPr>
          <p:nvPr>
            <p:ph type="subTitle" idx="26"/>
          </p:nvPr>
        </p:nvSpPr>
        <p:spPr>
          <a:xfrm>
            <a:off x="5465501" y="3437000"/>
            <a:ext cx="28707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27"/>
          <p:cNvSpPr txBox="1">
            <a:spLocks noGrp="1"/>
          </p:cNvSpPr>
          <p:nvPr>
            <p:ph type="subTitle" idx="27"/>
          </p:nvPr>
        </p:nvSpPr>
        <p:spPr>
          <a:xfrm>
            <a:off x="5465501" y="3849450"/>
            <a:ext cx="2870700" cy="410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highlights">
  <p:cSld name="CUSTOM_5_2_2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8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9" name="Google Shape;369;p28"/>
          <p:cNvSpPr txBox="1">
            <a:spLocks noGrp="1"/>
          </p:cNvSpPr>
          <p:nvPr>
            <p:ph type="subTitle" idx="1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28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71" name="Google Shape;371;p28"/>
          <p:cNvSpPr txBox="1">
            <a:spLocks noGrp="1"/>
          </p:cNvSpPr>
          <p:nvPr>
            <p:ph type="subTitle" idx="2"/>
          </p:nvPr>
        </p:nvSpPr>
        <p:spPr>
          <a:xfrm>
            <a:off x="229525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72" name="Google Shape;372;p28"/>
          <p:cNvSpPr txBox="1">
            <a:spLocks noGrp="1"/>
          </p:cNvSpPr>
          <p:nvPr>
            <p:ph type="subTitle" idx="3"/>
          </p:nvPr>
        </p:nvSpPr>
        <p:spPr>
          <a:xfrm>
            <a:off x="2015702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73" name="Google Shape;373;p28"/>
          <p:cNvSpPr txBox="1">
            <a:spLocks noGrp="1"/>
          </p:cNvSpPr>
          <p:nvPr>
            <p:ph type="subTitle" idx="4"/>
          </p:nvPr>
        </p:nvSpPr>
        <p:spPr>
          <a:xfrm>
            <a:off x="3774602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74" name="Google Shape;374;p28"/>
          <p:cNvSpPr txBox="1">
            <a:spLocks noGrp="1"/>
          </p:cNvSpPr>
          <p:nvPr>
            <p:ph type="subTitle" idx="5"/>
          </p:nvPr>
        </p:nvSpPr>
        <p:spPr>
          <a:xfrm>
            <a:off x="5616677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75" name="Google Shape;375;p28"/>
          <p:cNvSpPr txBox="1">
            <a:spLocks noGrp="1"/>
          </p:cNvSpPr>
          <p:nvPr>
            <p:ph type="subTitle" idx="6"/>
          </p:nvPr>
        </p:nvSpPr>
        <p:spPr>
          <a:xfrm>
            <a:off x="7411452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76" name="Google Shape;376;p28"/>
          <p:cNvSpPr txBox="1">
            <a:spLocks noGrp="1"/>
          </p:cNvSpPr>
          <p:nvPr>
            <p:ph type="body" idx="7"/>
          </p:nvPr>
        </p:nvSpPr>
        <p:spPr>
          <a:xfrm>
            <a:off x="387584" y="2820600"/>
            <a:ext cx="12393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377" name="Google Shape;377;p28"/>
          <p:cNvSpPr txBox="1">
            <a:spLocks noGrp="1"/>
          </p:cNvSpPr>
          <p:nvPr>
            <p:ph type="body" idx="8"/>
          </p:nvPr>
        </p:nvSpPr>
        <p:spPr>
          <a:xfrm>
            <a:off x="2164609" y="2820600"/>
            <a:ext cx="12393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/>
            </a:lvl1pPr>
            <a:lvl2pPr marL="914400" lvl="1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/>
            </a:lvl2pPr>
            <a:lvl3pPr marL="1371600" lvl="2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/>
            </a:lvl3pPr>
            <a:lvl4pPr marL="1828800" lvl="3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/>
            </a:lvl4pPr>
            <a:lvl5pPr marL="2286000" lvl="4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/>
            </a:lvl5pPr>
            <a:lvl6pPr marL="2743200" lvl="5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/>
            </a:lvl6pPr>
            <a:lvl7pPr marL="3200400" lvl="6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/>
            </a:lvl7pPr>
            <a:lvl8pPr marL="3657600" lvl="7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/>
            </a:lvl8pPr>
            <a:lvl9pPr marL="4114800" lvl="8" indent="-2857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/>
            </a:lvl9pPr>
          </a:lstStyle>
          <a:p>
            <a:endParaRPr/>
          </a:p>
        </p:txBody>
      </p:sp>
      <p:sp>
        <p:nvSpPr>
          <p:cNvPr id="378" name="Google Shape;378;p28"/>
          <p:cNvSpPr txBox="1">
            <a:spLocks noGrp="1"/>
          </p:cNvSpPr>
          <p:nvPr>
            <p:ph type="body" idx="9"/>
          </p:nvPr>
        </p:nvSpPr>
        <p:spPr>
          <a:xfrm>
            <a:off x="3941634" y="2820600"/>
            <a:ext cx="12393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379" name="Google Shape;379;p28"/>
          <p:cNvSpPr txBox="1">
            <a:spLocks noGrp="1"/>
          </p:cNvSpPr>
          <p:nvPr>
            <p:ph type="body" idx="13"/>
          </p:nvPr>
        </p:nvSpPr>
        <p:spPr>
          <a:xfrm>
            <a:off x="5764484" y="2820600"/>
            <a:ext cx="12393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380" name="Google Shape;380;p28"/>
          <p:cNvSpPr txBox="1">
            <a:spLocks noGrp="1"/>
          </p:cNvSpPr>
          <p:nvPr>
            <p:ph type="body" idx="14"/>
          </p:nvPr>
        </p:nvSpPr>
        <p:spPr>
          <a:xfrm>
            <a:off x="7587334" y="2820600"/>
            <a:ext cx="12393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highlights w/ dots">
  <p:cSld name="CUSTOM_5_2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9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83" name="Google Shape;383;p29"/>
          <p:cNvSpPr txBox="1">
            <a:spLocks noGrp="1"/>
          </p:cNvSpPr>
          <p:nvPr>
            <p:ph type="subTitle" idx="1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84" name="Google Shape;384;p29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85" name="Google Shape;385;p29"/>
          <p:cNvSpPr txBox="1">
            <a:spLocks noGrp="1"/>
          </p:cNvSpPr>
          <p:nvPr>
            <p:ph type="subTitle" idx="2"/>
          </p:nvPr>
        </p:nvSpPr>
        <p:spPr>
          <a:xfrm>
            <a:off x="351700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86" name="Google Shape;386;p29"/>
          <p:cNvSpPr txBox="1">
            <a:spLocks noGrp="1"/>
          </p:cNvSpPr>
          <p:nvPr>
            <p:ph type="subTitle" idx="3"/>
          </p:nvPr>
        </p:nvSpPr>
        <p:spPr>
          <a:xfrm>
            <a:off x="3315050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87" name="Google Shape;387;p29"/>
          <p:cNvSpPr txBox="1">
            <a:spLocks noGrp="1"/>
          </p:cNvSpPr>
          <p:nvPr>
            <p:ph type="subTitle" idx="4"/>
          </p:nvPr>
        </p:nvSpPr>
        <p:spPr>
          <a:xfrm>
            <a:off x="6278400" y="2435600"/>
            <a:ext cx="1500900" cy="264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388" name="Google Shape;388;p29"/>
          <p:cNvSpPr txBox="1">
            <a:spLocks noGrp="1"/>
          </p:cNvSpPr>
          <p:nvPr>
            <p:ph type="body" idx="5"/>
          </p:nvPr>
        </p:nvSpPr>
        <p:spPr>
          <a:xfrm>
            <a:off x="331505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1pPr>
            <a:lvl2pPr marL="914400" lvl="1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2pPr>
            <a:lvl3pPr marL="1371600" lvl="2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■"/>
              <a:defRPr sz="900"/>
            </a:lvl3pPr>
            <a:lvl4pPr marL="1828800" lvl="3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4pPr>
            <a:lvl5pPr marL="2286000" lvl="4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5pPr>
            <a:lvl6pPr marL="2743200" lvl="5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■"/>
              <a:defRPr sz="900"/>
            </a:lvl6pPr>
            <a:lvl7pPr marL="3200400" lvl="6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7pPr>
            <a:lvl8pPr marL="3657600" lvl="7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8pPr>
            <a:lvl9pPr marL="4114800" lvl="8" indent="-285750">
              <a:spcBef>
                <a:spcPts val="800"/>
              </a:spcBef>
              <a:spcAft>
                <a:spcPts val="800"/>
              </a:spcAft>
              <a:buSzPts val="900"/>
              <a:buFont typeface="Red Hat Display"/>
              <a:buChar char="■"/>
              <a:defRPr sz="900"/>
            </a:lvl9pPr>
          </a:lstStyle>
          <a:p>
            <a:endParaRPr/>
          </a:p>
        </p:txBody>
      </p:sp>
      <p:grpSp>
        <p:nvGrpSpPr>
          <p:cNvPr id="389" name="Google Shape;389;p29"/>
          <p:cNvGrpSpPr/>
          <p:nvPr/>
        </p:nvGrpSpPr>
        <p:grpSpPr>
          <a:xfrm flipH="1">
            <a:off x="6903656" y="79823"/>
            <a:ext cx="2140834" cy="1767927"/>
            <a:chOff x="142083" y="79814"/>
            <a:chExt cx="1831025" cy="1512212"/>
          </a:xfrm>
        </p:grpSpPr>
        <p:sp>
          <p:nvSpPr>
            <p:cNvPr id="390" name="Google Shape;390;p29"/>
            <p:cNvSpPr/>
            <p:nvPr/>
          </p:nvSpPr>
          <p:spPr>
            <a:xfrm>
              <a:off x="142083" y="79814"/>
              <a:ext cx="256500" cy="256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1" name="Google Shape;391;p29"/>
            <p:cNvSpPr/>
            <p:nvPr/>
          </p:nvSpPr>
          <p:spPr>
            <a:xfrm>
              <a:off x="487858" y="87214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2" name="Google Shape;392;p29"/>
            <p:cNvSpPr/>
            <p:nvPr/>
          </p:nvSpPr>
          <p:spPr>
            <a:xfrm>
              <a:off x="839135" y="87214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3" name="Google Shape;393;p29"/>
            <p:cNvSpPr/>
            <p:nvPr/>
          </p:nvSpPr>
          <p:spPr>
            <a:xfrm>
              <a:off x="1191033" y="105414"/>
              <a:ext cx="174000" cy="174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4" name="Google Shape;394;p29"/>
            <p:cNvSpPr/>
            <p:nvPr/>
          </p:nvSpPr>
          <p:spPr>
            <a:xfrm>
              <a:off x="1537808" y="115439"/>
              <a:ext cx="140700" cy="14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5" name="Google Shape;395;p29"/>
            <p:cNvSpPr/>
            <p:nvPr/>
          </p:nvSpPr>
          <p:spPr>
            <a:xfrm>
              <a:off x="1908008" y="148714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6" name="Google Shape;396;p29"/>
            <p:cNvSpPr/>
            <p:nvPr/>
          </p:nvSpPr>
          <p:spPr>
            <a:xfrm>
              <a:off x="164883" y="422639"/>
              <a:ext cx="233700" cy="233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7" name="Google Shape;397;p29"/>
            <p:cNvSpPr/>
            <p:nvPr/>
          </p:nvSpPr>
          <p:spPr>
            <a:xfrm>
              <a:off x="506960" y="427888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8" name="Google Shape;398;p29"/>
            <p:cNvSpPr/>
            <p:nvPr/>
          </p:nvSpPr>
          <p:spPr>
            <a:xfrm>
              <a:off x="854387" y="436714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99" name="Google Shape;399;p29"/>
            <p:cNvSpPr/>
            <p:nvPr/>
          </p:nvSpPr>
          <p:spPr>
            <a:xfrm>
              <a:off x="1202034" y="45038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558407" y="470039"/>
              <a:ext cx="97800" cy="97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1924408" y="499814"/>
              <a:ext cx="32400" cy="3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529964" y="775614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185718" y="765448"/>
              <a:ext cx="210300" cy="210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3448" y="78404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1230921" y="804501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1577346" y="824201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551148" y="1122149"/>
              <a:ext cx="1521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201014" y="1115389"/>
              <a:ext cx="179700" cy="179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09" name="Google Shape;409;p29"/>
            <p:cNvSpPr/>
            <p:nvPr/>
          </p:nvSpPr>
          <p:spPr>
            <a:xfrm>
              <a:off x="900639" y="1144351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10" name="Google Shape;410;p29"/>
            <p:cNvSpPr/>
            <p:nvPr/>
          </p:nvSpPr>
          <p:spPr>
            <a:xfrm>
              <a:off x="1258496" y="1160976"/>
              <a:ext cx="65100" cy="6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11" name="Google Shape;411;p29"/>
            <p:cNvSpPr/>
            <p:nvPr/>
          </p:nvSpPr>
          <p:spPr>
            <a:xfrm>
              <a:off x="240458" y="1484026"/>
              <a:ext cx="108000" cy="108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12" name="Google Shape;412;p29"/>
            <p:cNvSpPr/>
            <p:nvPr/>
          </p:nvSpPr>
          <p:spPr>
            <a:xfrm>
              <a:off x="583108" y="1486121"/>
              <a:ext cx="88200" cy="8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413" name="Google Shape;413;p29"/>
            <p:cNvSpPr/>
            <p:nvPr/>
          </p:nvSpPr>
          <p:spPr>
            <a:xfrm>
              <a:off x="937805" y="1508513"/>
              <a:ext cx="43500" cy="43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414" name="Google Shape;414;p29"/>
          <p:cNvSpPr txBox="1">
            <a:spLocks noGrp="1"/>
          </p:cNvSpPr>
          <p:nvPr>
            <p:ph type="body" idx="6"/>
          </p:nvPr>
        </p:nvSpPr>
        <p:spPr>
          <a:xfrm>
            <a:off x="35170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415" name="Google Shape;415;p29"/>
          <p:cNvSpPr txBox="1">
            <a:spLocks noGrp="1"/>
          </p:cNvSpPr>
          <p:nvPr>
            <p:ph type="body" idx="7"/>
          </p:nvPr>
        </p:nvSpPr>
        <p:spPr>
          <a:xfrm>
            <a:off x="627840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highlights">
  <p:cSld name="CUSTOM_5_2_1_1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0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18" name="Google Shape;418;p30"/>
          <p:cNvSpPr txBox="1">
            <a:spLocks noGrp="1"/>
          </p:cNvSpPr>
          <p:nvPr>
            <p:ph type="subTitle" idx="1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419" name="Google Shape;419;p30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20" name="Google Shape;420;p30"/>
          <p:cNvSpPr txBox="1">
            <a:spLocks noGrp="1"/>
          </p:cNvSpPr>
          <p:nvPr>
            <p:ph type="subTitle" idx="2"/>
          </p:nvPr>
        </p:nvSpPr>
        <p:spPr>
          <a:xfrm>
            <a:off x="351700" y="2435600"/>
            <a:ext cx="2439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21" name="Google Shape;421;p30"/>
          <p:cNvSpPr txBox="1">
            <a:spLocks noGrp="1"/>
          </p:cNvSpPr>
          <p:nvPr>
            <p:ph type="subTitle" idx="3"/>
          </p:nvPr>
        </p:nvSpPr>
        <p:spPr>
          <a:xfrm>
            <a:off x="3315050" y="2435600"/>
            <a:ext cx="2439900" cy="26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22" name="Google Shape;422;p30"/>
          <p:cNvSpPr txBox="1">
            <a:spLocks noGrp="1"/>
          </p:cNvSpPr>
          <p:nvPr>
            <p:ph type="subTitle" idx="4"/>
          </p:nvPr>
        </p:nvSpPr>
        <p:spPr>
          <a:xfrm>
            <a:off x="6278400" y="2435600"/>
            <a:ext cx="2439900" cy="264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23" name="Google Shape;423;p30"/>
          <p:cNvSpPr txBox="1">
            <a:spLocks noGrp="1"/>
          </p:cNvSpPr>
          <p:nvPr>
            <p:ph type="body" idx="5"/>
          </p:nvPr>
        </p:nvSpPr>
        <p:spPr>
          <a:xfrm>
            <a:off x="331505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1pPr>
            <a:lvl2pPr marL="914400" lvl="1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2pPr>
            <a:lvl3pPr marL="1371600" lvl="2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■"/>
              <a:defRPr sz="900"/>
            </a:lvl3pPr>
            <a:lvl4pPr marL="1828800" lvl="3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4pPr>
            <a:lvl5pPr marL="2286000" lvl="4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5pPr>
            <a:lvl6pPr marL="2743200" lvl="5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■"/>
              <a:defRPr sz="900"/>
            </a:lvl6pPr>
            <a:lvl7pPr marL="3200400" lvl="6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●"/>
              <a:defRPr sz="900"/>
            </a:lvl7pPr>
            <a:lvl8pPr marL="3657600" lvl="7" indent="-285750">
              <a:spcBef>
                <a:spcPts val="800"/>
              </a:spcBef>
              <a:spcAft>
                <a:spcPts val="0"/>
              </a:spcAft>
              <a:buSzPts val="900"/>
              <a:buFont typeface="Red Hat Display"/>
              <a:buChar char="○"/>
              <a:defRPr sz="900"/>
            </a:lvl8pPr>
            <a:lvl9pPr marL="4114800" lvl="8" indent="-285750">
              <a:spcBef>
                <a:spcPts val="800"/>
              </a:spcBef>
              <a:spcAft>
                <a:spcPts val="800"/>
              </a:spcAft>
              <a:buSzPts val="900"/>
              <a:buFont typeface="Red Hat Display"/>
              <a:buChar char="■"/>
              <a:defRPr sz="900"/>
            </a:lvl9pPr>
          </a:lstStyle>
          <a:p>
            <a:endParaRPr/>
          </a:p>
        </p:txBody>
      </p:sp>
      <p:sp>
        <p:nvSpPr>
          <p:cNvPr id="424" name="Google Shape;424;p30"/>
          <p:cNvSpPr txBox="1">
            <a:spLocks noGrp="1"/>
          </p:cNvSpPr>
          <p:nvPr>
            <p:ph type="body" idx="6"/>
          </p:nvPr>
        </p:nvSpPr>
        <p:spPr>
          <a:xfrm>
            <a:off x="35170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30"/>
          <p:cNvSpPr txBox="1">
            <a:spLocks noGrp="1"/>
          </p:cNvSpPr>
          <p:nvPr>
            <p:ph type="body" idx="7"/>
          </p:nvPr>
        </p:nvSpPr>
        <p:spPr>
          <a:xfrm>
            <a:off x="6278400" y="2882813"/>
            <a:ext cx="2439900" cy="11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1pPr>
            <a:lvl2pPr marL="914400" lvl="1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2pPr>
            <a:lvl3pPr marL="1371600" lvl="2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3pPr>
            <a:lvl4pPr marL="1828800" lvl="3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4pPr>
            <a:lvl5pPr marL="2286000" lvl="4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5pPr>
            <a:lvl6pPr marL="2743200" lvl="5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6pPr>
            <a:lvl7pPr marL="3200400" lvl="6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/>
            </a:lvl7pPr>
            <a:lvl8pPr marL="3657600" lvl="7" indent="-28575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/>
            </a:lvl8pPr>
            <a:lvl9pPr marL="4114800" lvl="8" indent="-28575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Red Hat Display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highlights">
  <p:cSld name="CUSTOM_5_1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1"/>
          <p:cNvSpPr/>
          <p:nvPr/>
        </p:nvSpPr>
        <p:spPr>
          <a:xfrm>
            <a:off x="225998" y="580123"/>
            <a:ext cx="253800" cy="276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28" name="Google Shape;428;p31"/>
          <p:cNvSpPr txBox="1">
            <a:spLocks noGrp="1"/>
          </p:cNvSpPr>
          <p:nvPr>
            <p:ph type="title"/>
          </p:nvPr>
        </p:nvSpPr>
        <p:spPr>
          <a:xfrm>
            <a:off x="609600" y="724825"/>
            <a:ext cx="40158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31"/>
          <p:cNvSpPr txBox="1">
            <a:spLocks noGrp="1"/>
          </p:cNvSpPr>
          <p:nvPr>
            <p:ph type="subTitle" idx="1"/>
          </p:nvPr>
        </p:nvSpPr>
        <p:spPr>
          <a:xfrm>
            <a:off x="609600" y="457200"/>
            <a:ext cx="4015800" cy="26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Red Hat Display"/>
              <a:buNone/>
              <a:defRPr sz="1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ed Hat Display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430" name="Google Shape;430;p31"/>
          <p:cNvSpPr txBox="1">
            <a:spLocks noGrp="1"/>
          </p:cNvSpPr>
          <p:nvPr>
            <p:ph type="subTitle" idx="2"/>
          </p:nvPr>
        </p:nvSpPr>
        <p:spPr>
          <a:xfrm>
            <a:off x="637000" y="1820550"/>
            <a:ext cx="702300" cy="77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Red Hat Display SemiBold"/>
              <a:buNone/>
              <a:defRPr sz="22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31"/>
          <p:cNvSpPr txBox="1">
            <a:spLocks noGrp="1"/>
          </p:cNvSpPr>
          <p:nvPr>
            <p:ph type="subTitle" idx="3"/>
          </p:nvPr>
        </p:nvSpPr>
        <p:spPr>
          <a:xfrm>
            <a:off x="637000" y="3294325"/>
            <a:ext cx="702300" cy="77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Red Hat Display SemiBold"/>
              <a:buNone/>
              <a:defRPr sz="22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31"/>
          <p:cNvSpPr txBox="1">
            <a:spLocks noGrp="1"/>
          </p:cNvSpPr>
          <p:nvPr>
            <p:ph type="subTitle" idx="4"/>
          </p:nvPr>
        </p:nvSpPr>
        <p:spPr>
          <a:xfrm>
            <a:off x="5028175" y="1820550"/>
            <a:ext cx="702300" cy="776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Font typeface="Red Hat Display SemiBold"/>
              <a:buNone/>
              <a:defRPr sz="22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3" name="Google Shape;433;p31"/>
          <p:cNvSpPr txBox="1">
            <a:spLocks noGrp="1"/>
          </p:cNvSpPr>
          <p:nvPr>
            <p:ph type="subTitle" idx="5"/>
          </p:nvPr>
        </p:nvSpPr>
        <p:spPr>
          <a:xfrm>
            <a:off x="5028175" y="3294325"/>
            <a:ext cx="702300" cy="77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Red Hat Display SemiBold"/>
              <a:buNone/>
              <a:defRPr sz="22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31"/>
          <p:cNvSpPr txBox="1">
            <a:spLocks noGrp="1"/>
          </p:cNvSpPr>
          <p:nvPr>
            <p:ph type="subTitle" idx="6"/>
          </p:nvPr>
        </p:nvSpPr>
        <p:spPr>
          <a:xfrm>
            <a:off x="1546000" y="1807825"/>
            <a:ext cx="2477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435" name="Google Shape;435;p31"/>
          <p:cNvSpPr txBox="1">
            <a:spLocks noGrp="1"/>
          </p:cNvSpPr>
          <p:nvPr>
            <p:ph type="subTitle" idx="7"/>
          </p:nvPr>
        </p:nvSpPr>
        <p:spPr>
          <a:xfrm>
            <a:off x="1546000" y="3288350"/>
            <a:ext cx="2477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436" name="Google Shape;436;p31"/>
          <p:cNvSpPr txBox="1">
            <a:spLocks noGrp="1"/>
          </p:cNvSpPr>
          <p:nvPr>
            <p:ph type="subTitle" idx="8"/>
          </p:nvPr>
        </p:nvSpPr>
        <p:spPr>
          <a:xfrm>
            <a:off x="5937175" y="1807825"/>
            <a:ext cx="2477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  <p:sp>
        <p:nvSpPr>
          <p:cNvPr id="437" name="Google Shape;437;p31"/>
          <p:cNvSpPr txBox="1">
            <a:spLocks noGrp="1"/>
          </p:cNvSpPr>
          <p:nvPr>
            <p:ph type="subTitle" idx="9"/>
          </p:nvPr>
        </p:nvSpPr>
        <p:spPr>
          <a:xfrm>
            <a:off x="5937175" y="3288350"/>
            <a:ext cx="24777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None/>
              <a:defRPr sz="1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ed Hat Display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/ Black">
  <p:cSld name="BLANK_1_1_1_1_1_1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9" name="Google Shape;439;p32"/>
          <p:cNvCxnSpPr/>
          <p:nvPr/>
        </p:nvCxnSpPr>
        <p:spPr>
          <a:xfrm>
            <a:off x="3518300" y="712833"/>
            <a:ext cx="56175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0" name="Google Shape;440;p32"/>
          <p:cNvCxnSpPr>
            <a:stCxn id="441" idx="1"/>
            <a:endCxn id="442" idx="3"/>
          </p:cNvCxnSpPr>
          <p:nvPr/>
        </p:nvCxnSpPr>
        <p:spPr>
          <a:xfrm>
            <a:off x="2641916" y="1598375"/>
            <a:ext cx="0" cy="13323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32"/>
          <p:cNvCxnSpPr/>
          <p:nvPr/>
        </p:nvCxnSpPr>
        <p:spPr>
          <a:xfrm rot="10800000">
            <a:off x="-19425" y="711675"/>
            <a:ext cx="936600" cy="9366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4" name="Google Shape;444;p32"/>
          <p:cNvCxnSpPr/>
          <p:nvPr/>
        </p:nvCxnSpPr>
        <p:spPr>
          <a:xfrm rot="10800000">
            <a:off x="1464900" y="-8025"/>
            <a:ext cx="958800" cy="9588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p32"/>
          <p:cNvSpPr/>
          <p:nvPr/>
        </p:nvSpPr>
        <p:spPr>
          <a:xfrm flipH="1">
            <a:off x="1761266" y="-614125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445" name="Google Shape;445;p32"/>
          <p:cNvCxnSpPr/>
          <p:nvPr/>
        </p:nvCxnSpPr>
        <p:spPr>
          <a:xfrm rot="10800000">
            <a:off x="709975" y="3201569"/>
            <a:ext cx="1758300" cy="17583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2" name="Google Shape;442;p32"/>
          <p:cNvSpPr/>
          <p:nvPr/>
        </p:nvSpPr>
        <p:spPr>
          <a:xfrm>
            <a:off x="1761265" y="2930748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446" name="Google Shape;446;p32"/>
          <p:cNvCxnSpPr/>
          <p:nvPr/>
        </p:nvCxnSpPr>
        <p:spPr>
          <a:xfrm rot="10800000" flipH="1">
            <a:off x="-23900" y="3541825"/>
            <a:ext cx="1163100" cy="11631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32"/>
          <p:cNvSpPr/>
          <p:nvPr/>
        </p:nvSpPr>
        <p:spPr>
          <a:xfrm flipH="1">
            <a:off x="-34" y="1598375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48" name="Google Shape;448;p32"/>
          <p:cNvSpPr txBox="1">
            <a:spLocks noGrp="1"/>
          </p:cNvSpPr>
          <p:nvPr>
            <p:ph type="subTitle" idx="1"/>
          </p:nvPr>
        </p:nvSpPr>
        <p:spPr>
          <a:xfrm>
            <a:off x="3948800" y="2677300"/>
            <a:ext cx="4966500" cy="200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32"/>
          <p:cNvSpPr txBox="1">
            <a:spLocks noGrp="1"/>
          </p:cNvSpPr>
          <p:nvPr>
            <p:ph type="title"/>
          </p:nvPr>
        </p:nvSpPr>
        <p:spPr>
          <a:xfrm>
            <a:off x="3948800" y="19569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/ Green">
  <p:cSld name="BLANK_1_1_1_1_1_1_2">
    <p:bg>
      <p:bgPr>
        <a:solidFill>
          <a:schemeClr val="accent5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1" name="Google Shape;451;p33"/>
          <p:cNvCxnSpPr/>
          <p:nvPr/>
        </p:nvCxnSpPr>
        <p:spPr>
          <a:xfrm>
            <a:off x="3518300" y="712833"/>
            <a:ext cx="561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2" name="Google Shape;452;p33"/>
          <p:cNvCxnSpPr>
            <a:stCxn id="453" idx="1"/>
            <a:endCxn id="454" idx="3"/>
          </p:cNvCxnSpPr>
          <p:nvPr/>
        </p:nvCxnSpPr>
        <p:spPr>
          <a:xfrm>
            <a:off x="2641916" y="1598375"/>
            <a:ext cx="0" cy="13323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33"/>
          <p:cNvCxnSpPr/>
          <p:nvPr/>
        </p:nvCxnSpPr>
        <p:spPr>
          <a:xfrm rot="10800000">
            <a:off x="-19425" y="711675"/>
            <a:ext cx="936600" cy="936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33"/>
          <p:cNvCxnSpPr/>
          <p:nvPr/>
        </p:nvCxnSpPr>
        <p:spPr>
          <a:xfrm rot="10800000">
            <a:off x="1464900" y="-8025"/>
            <a:ext cx="958800" cy="9588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p33"/>
          <p:cNvSpPr/>
          <p:nvPr/>
        </p:nvSpPr>
        <p:spPr>
          <a:xfrm flipH="1">
            <a:off x="1761266" y="-614125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457" name="Google Shape;457;p33"/>
          <p:cNvCxnSpPr/>
          <p:nvPr/>
        </p:nvCxnSpPr>
        <p:spPr>
          <a:xfrm rot="10800000">
            <a:off x="709975" y="3201569"/>
            <a:ext cx="1758300" cy="17583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4" name="Google Shape;454;p33"/>
          <p:cNvSpPr/>
          <p:nvPr/>
        </p:nvSpPr>
        <p:spPr>
          <a:xfrm>
            <a:off x="1761265" y="2930748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458" name="Google Shape;458;p33"/>
          <p:cNvCxnSpPr/>
          <p:nvPr/>
        </p:nvCxnSpPr>
        <p:spPr>
          <a:xfrm rot="10800000" flipH="1">
            <a:off x="-23900" y="3541825"/>
            <a:ext cx="1163100" cy="1163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9" name="Google Shape;459;p33"/>
          <p:cNvSpPr/>
          <p:nvPr/>
        </p:nvSpPr>
        <p:spPr>
          <a:xfrm flipH="1">
            <a:off x="-34" y="1598375"/>
            <a:ext cx="1761300" cy="22125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0" name="Google Shape;460;p33"/>
          <p:cNvSpPr txBox="1">
            <a:spLocks noGrp="1"/>
          </p:cNvSpPr>
          <p:nvPr>
            <p:ph type="subTitle" idx="1"/>
          </p:nvPr>
        </p:nvSpPr>
        <p:spPr>
          <a:xfrm>
            <a:off x="3948800" y="2677301"/>
            <a:ext cx="4941000" cy="19299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61" name="Google Shape;461;p33"/>
          <p:cNvSpPr txBox="1">
            <a:spLocks noGrp="1"/>
          </p:cNvSpPr>
          <p:nvPr>
            <p:ph type="title"/>
          </p:nvPr>
        </p:nvSpPr>
        <p:spPr>
          <a:xfrm>
            <a:off x="3948800" y="19569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/ description">
  <p:cSld name="BLANK_1_1_1_1_1_1_1_1_1_1_1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34"/>
          <p:cNvSpPr txBox="1">
            <a:spLocks noGrp="1"/>
          </p:cNvSpPr>
          <p:nvPr>
            <p:ph type="subTitle" idx="1"/>
          </p:nvPr>
        </p:nvSpPr>
        <p:spPr>
          <a:xfrm>
            <a:off x="4782025" y="1731500"/>
            <a:ext cx="19269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1392601" y="836575"/>
            <a:ext cx="32052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5" name="Google Shape;465;p34"/>
          <p:cNvSpPr/>
          <p:nvPr/>
        </p:nvSpPr>
        <p:spPr>
          <a:xfrm>
            <a:off x="1" y="1262825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6" name="Google Shape;466;p34"/>
          <p:cNvSpPr/>
          <p:nvPr/>
        </p:nvSpPr>
        <p:spPr>
          <a:xfrm>
            <a:off x="1" y="2556277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7" name="Google Shape;467;p34"/>
          <p:cNvSpPr/>
          <p:nvPr/>
        </p:nvSpPr>
        <p:spPr>
          <a:xfrm>
            <a:off x="1" y="3849830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8" name="Google Shape;468;p34"/>
          <p:cNvSpPr/>
          <p:nvPr/>
        </p:nvSpPr>
        <p:spPr>
          <a:xfrm>
            <a:off x="0" y="0"/>
            <a:ext cx="1187700" cy="1262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9" name="Google Shape;469;p34"/>
          <p:cNvSpPr txBox="1">
            <a:spLocks noGrp="1"/>
          </p:cNvSpPr>
          <p:nvPr>
            <p:ph type="subTitle" idx="2"/>
          </p:nvPr>
        </p:nvSpPr>
        <p:spPr>
          <a:xfrm>
            <a:off x="4944882" y="1875150"/>
            <a:ext cx="15849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0" name="Google Shape;470;p34"/>
          <p:cNvSpPr txBox="1">
            <a:spLocks noGrp="1"/>
          </p:cNvSpPr>
          <p:nvPr>
            <p:ph type="subTitle" idx="3"/>
          </p:nvPr>
        </p:nvSpPr>
        <p:spPr>
          <a:xfrm>
            <a:off x="4782025" y="2682477"/>
            <a:ext cx="1926900" cy="30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34"/>
          <p:cNvSpPr txBox="1">
            <a:spLocks noGrp="1"/>
          </p:cNvSpPr>
          <p:nvPr>
            <p:ph type="subTitle" idx="4"/>
          </p:nvPr>
        </p:nvSpPr>
        <p:spPr>
          <a:xfrm>
            <a:off x="4944882" y="2826125"/>
            <a:ext cx="15849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2" name="Google Shape;472;p34"/>
          <p:cNvSpPr txBox="1">
            <a:spLocks noGrp="1"/>
          </p:cNvSpPr>
          <p:nvPr>
            <p:ph type="subTitle" idx="5"/>
          </p:nvPr>
        </p:nvSpPr>
        <p:spPr>
          <a:xfrm>
            <a:off x="4782025" y="3628000"/>
            <a:ext cx="19269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34"/>
          <p:cNvSpPr txBox="1">
            <a:spLocks noGrp="1"/>
          </p:cNvSpPr>
          <p:nvPr>
            <p:ph type="subTitle" idx="6"/>
          </p:nvPr>
        </p:nvSpPr>
        <p:spPr>
          <a:xfrm>
            <a:off x="4944882" y="3771650"/>
            <a:ext cx="15849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4" name="Google Shape;474;p34"/>
          <p:cNvSpPr txBox="1">
            <a:spLocks noGrp="1"/>
          </p:cNvSpPr>
          <p:nvPr>
            <p:ph type="subTitle" idx="7"/>
          </p:nvPr>
        </p:nvSpPr>
        <p:spPr>
          <a:xfrm>
            <a:off x="7123375" y="1731500"/>
            <a:ext cx="17478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75" name="Google Shape;475;p34"/>
          <p:cNvSpPr txBox="1">
            <a:spLocks noGrp="1"/>
          </p:cNvSpPr>
          <p:nvPr>
            <p:ph type="subTitle" idx="8"/>
          </p:nvPr>
        </p:nvSpPr>
        <p:spPr>
          <a:xfrm>
            <a:off x="7278029" y="1875150"/>
            <a:ext cx="16374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34"/>
          <p:cNvSpPr txBox="1">
            <a:spLocks noGrp="1"/>
          </p:cNvSpPr>
          <p:nvPr>
            <p:ph type="subTitle" idx="9"/>
          </p:nvPr>
        </p:nvSpPr>
        <p:spPr>
          <a:xfrm>
            <a:off x="7123375" y="2682477"/>
            <a:ext cx="17478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77" name="Google Shape;477;p34"/>
          <p:cNvSpPr txBox="1">
            <a:spLocks noGrp="1"/>
          </p:cNvSpPr>
          <p:nvPr>
            <p:ph type="subTitle" idx="13"/>
          </p:nvPr>
        </p:nvSpPr>
        <p:spPr>
          <a:xfrm>
            <a:off x="7278029" y="2826127"/>
            <a:ext cx="16374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34"/>
          <p:cNvSpPr txBox="1">
            <a:spLocks noGrp="1"/>
          </p:cNvSpPr>
          <p:nvPr>
            <p:ph type="subTitle" idx="14"/>
          </p:nvPr>
        </p:nvSpPr>
        <p:spPr>
          <a:xfrm>
            <a:off x="7123375" y="3628000"/>
            <a:ext cx="17478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79" name="Google Shape;479;p34"/>
          <p:cNvSpPr txBox="1">
            <a:spLocks noGrp="1"/>
          </p:cNvSpPr>
          <p:nvPr>
            <p:ph type="subTitle" idx="15"/>
          </p:nvPr>
        </p:nvSpPr>
        <p:spPr>
          <a:xfrm>
            <a:off x="7278029" y="3771650"/>
            <a:ext cx="1637400" cy="301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ed Hat Display"/>
              <a:buNone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BLANK_1_1_1_1_1_1_1_1_1_1_1_2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5"/>
          <p:cNvSpPr txBox="1">
            <a:spLocks noGrp="1"/>
          </p:cNvSpPr>
          <p:nvPr>
            <p:ph type="subTitle" idx="1"/>
          </p:nvPr>
        </p:nvSpPr>
        <p:spPr>
          <a:xfrm>
            <a:off x="5711285" y="1731500"/>
            <a:ext cx="28467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82" name="Google Shape;482;p35"/>
          <p:cNvSpPr txBox="1">
            <a:spLocks noGrp="1"/>
          </p:cNvSpPr>
          <p:nvPr>
            <p:ph type="title"/>
          </p:nvPr>
        </p:nvSpPr>
        <p:spPr>
          <a:xfrm>
            <a:off x="1392601" y="836575"/>
            <a:ext cx="32052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35"/>
          <p:cNvSpPr/>
          <p:nvPr/>
        </p:nvSpPr>
        <p:spPr>
          <a:xfrm>
            <a:off x="1" y="1262825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4" name="Google Shape;484;p35"/>
          <p:cNvSpPr/>
          <p:nvPr/>
        </p:nvSpPr>
        <p:spPr>
          <a:xfrm>
            <a:off x="1" y="2556277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5" name="Google Shape;485;p35"/>
          <p:cNvSpPr/>
          <p:nvPr/>
        </p:nvSpPr>
        <p:spPr>
          <a:xfrm>
            <a:off x="1" y="3849830"/>
            <a:ext cx="1187700" cy="12936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6" name="Google Shape;486;p35"/>
          <p:cNvSpPr/>
          <p:nvPr/>
        </p:nvSpPr>
        <p:spPr>
          <a:xfrm>
            <a:off x="0" y="0"/>
            <a:ext cx="1187700" cy="1262700"/>
          </a:xfrm>
          <a:prstGeom prst="snip2DiagRect">
            <a:avLst>
              <a:gd name="adj1" fmla="val 0"/>
              <a:gd name="adj2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7" name="Google Shape;487;p35"/>
          <p:cNvSpPr txBox="1">
            <a:spLocks noGrp="1"/>
          </p:cNvSpPr>
          <p:nvPr>
            <p:ph type="subTitle" idx="2"/>
          </p:nvPr>
        </p:nvSpPr>
        <p:spPr>
          <a:xfrm>
            <a:off x="5711285" y="2250475"/>
            <a:ext cx="28467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88" name="Google Shape;488;p35"/>
          <p:cNvSpPr txBox="1">
            <a:spLocks noGrp="1"/>
          </p:cNvSpPr>
          <p:nvPr>
            <p:ph type="subTitle" idx="3"/>
          </p:nvPr>
        </p:nvSpPr>
        <p:spPr>
          <a:xfrm>
            <a:off x="5711285" y="2769450"/>
            <a:ext cx="2846700" cy="30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89" name="Google Shape;489;p35"/>
          <p:cNvSpPr txBox="1">
            <a:spLocks noGrp="1"/>
          </p:cNvSpPr>
          <p:nvPr>
            <p:ph type="subTitle" idx="4"/>
          </p:nvPr>
        </p:nvSpPr>
        <p:spPr>
          <a:xfrm>
            <a:off x="5711285" y="3288425"/>
            <a:ext cx="28467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35"/>
          <p:cNvSpPr txBox="1">
            <a:spLocks noGrp="1"/>
          </p:cNvSpPr>
          <p:nvPr>
            <p:ph type="subTitle" idx="5"/>
          </p:nvPr>
        </p:nvSpPr>
        <p:spPr>
          <a:xfrm>
            <a:off x="5711285" y="3807400"/>
            <a:ext cx="28467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91" name="Google Shape;491;p35"/>
          <p:cNvSpPr txBox="1">
            <a:spLocks noGrp="1"/>
          </p:cNvSpPr>
          <p:nvPr>
            <p:ph type="subTitle" idx="6"/>
          </p:nvPr>
        </p:nvSpPr>
        <p:spPr>
          <a:xfrm>
            <a:off x="5711285" y="4326375"/>
            <a:ext cx="2846700" cy="301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CUSTOM_6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36"/>
          <p:cNvSpPr/>
          <p:nvPr/>
        </p:nvSpPr>
        <p:spPr>
          <a:xfrm rot="5400000">
            <a:off x="446600" y="-454900"/>
            <a:ext cx="2712900" cy="3605700"/>
          </a:xfrm>
          <a:prstGeom prst="snip1Rect">
            <a:avLst>
              <a:gd name="adj" fmla="val 39812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94" name="Google Shape;494;p36"/>
          <p:cNvSpPr txBox="1">
            <a:spLocks noGrp="1"/>
          </p:cNvSpPr>
          <p:nvPr>
            <p:ph type="title"/>
          </p:nvPr>
        </p:nvSpPr>
        <p:spPr>
          <a:xfrm>
            <a:off x="228600" y="525200"/>
            <a:ext cx="3154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5" name="Google Shape;495;p36"/>
          <p:cNvSpPr txBox="1">
            <a:spLocks noGrp="1"/>
          </p:cNvSpPr>
          <p:nvPr>
            <p:ph type="subTitle" idx="1"/>
          </p:nvPr>
        </p:nvSpPr>
        <p:spPr>
          <a:xfrm>
            <a:off x="228600" y="1185575"/>
            <a:ext cx="2806800" cy="9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/>
            </a:lvl9pPr>
          </a:lstStyle>
          <a:p>
            <a:endParaRPr/>
          </a:p>
        </p:txBody>
      </p:sp>
      <p:sp>
        <p:nvSpPr>
          <p:cNvPr id="496" name="Google Shape;496;p36"/>
          <p:cNvSpPr txBox="1">
            <a:spLocks noGrp="1"/>
          </p:cNvSpPr>
          <p:nvPr>
            <p:ph type="subTitle" idx="2"/>
          </p:nvPr>
        </p:nvSpPr>
        <p:spPr>
          <a:xfrm>
            <a:off x="4784300" y="1597250"/>
            <a:ext cx="873600" cy="33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97" name="Google Shape;497;p36"/>
          <p:cNvSpPr txBox="1">
            <a:spLocks noGrp="1"/>
          </p:cNvSpPr>
          <p:nvPr>
            <p:ph type="subTitle" idx="3"/>
          </p:nvPr>
        </p:nvSpPr>
        <p:spPr>
          <a:xfrm>
            <a:off x="6129000" y="1600050"/>
            <a:ext cx="1887300" cy="651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Red Hat Display SemiBold"/>
              <a:buNone/>
              <a:defRPr sz="1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98" name="Google Shape;498;p36"/>
          <p:cNvSpPr txBox="1">
            <a:spLocks noGrp="1"/>
          </p:cNvSpPr>
          <p:nvPr>
            <p:ph type="subTitle" idx="4"/>
          </p:nvPr>
        </p:nvSpPr>
        <p:spPr>
          <a:xfrm>
            <a:off x="6129000" y="2669675"/>
            <a:ext cx="1887300" cy="651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499" name="Google Shape;499;p36"/>
          <p:cNvSpPr txBox="1">
            <a:spLocks noGrp="1"/>
          </p:cNvSpPr>
          <p:nvPr>
            <p:ph type="subTitle" idx="5"/>
          </p:nvPr>
        </p:nvSpPr>
        <p:spPr>
          <a:xfrm>
            <a:off x="6129000" y="3739250"/>
            <a:ext cx="1887300" cy="651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500" name="Google Shape;500;p36"/>
          <p:cNvSpPr txBox="1">
            <a:spLocks noGrp="1"/>
          </p:cNvSpPr>
          <p:nvPr>
            <p:ph type="subTitle" idx="6"/>
          </p:nvPr>
        </p:nvSpPr>
        <p:spPr>
          <a:xfrm>
            <a:off x="4784300" y="2668250"/>
            <a:ext cx="873600" cy="33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  <p:sp>
        <p:nvSpPr>
          <p:cNvPr id="501" name="Google Shape;501;p36"/>
          <p:cNvSpPr txBox="1">
            <a:spLocks noGrp="1"/>
          </p:cNvSpPr>
          <p:nvPr>
            <p:ph type="subTitle" idx="7"/>
          </p:nvPr>
        </p:nvSpPr>
        <p:spPr>
          <a:xfrm>
            <a:off x="4784300" y="3739250"/>
            <a:ext cx="873600" cy="33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SemiBold"/>
              <a:buNone/>
              <a:defRPr sz="1000">
                <a:latin typeface="Red Hat Display SemiBold"/>
                <a:ea typeface="Red Hat Display SemiBold"/>
                <a:cs typeface="Red Hat Display SemiBold"/>
                <a:sym typeface="Red Hat Display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09" name="Google Shape;509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0" name="Google Shape;510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13" name="Google Shape;513;p4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4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18" name="Google Shape;518;p4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19" name="Google Shape;519;p4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4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4" name="Google Shape;524;p4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 algn="ctr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 algn="ctr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 algn="ctr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 algn="ctr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 algn="ctr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 algn="ctr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29" name="Google Shape;529;p46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7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32" name="Google Shape;532;p47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33" name="Google Shape;533;p47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  <p:sp>
        <p:nvSpPr>
          <p:cNvPr id="534" name="Google Shape;534;p47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35" name="Google Shape;535;p47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8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38" name="Google Shape;538;p48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  <p:sp>
        <p:nvSpPr>
          <p:cNvPr id="539" name="Google Shape;539;p48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0" name="Google Shape;540;p48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1" name="Google Shape;541;p48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2" name="Google Shape;542;p48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3" name="Google Shape;543;p48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49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46" name="Google Shape;546;p49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  <p:sp>
        <p:nvSpPr>
          <p:cNvPr id="547" name="Google Shape;547;p49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  <p:sp>
        <p:nvSpPr>
          <p:cNvPr id="548" name="Google Shape;548;p49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>
            <a:endParaRPr/>
          </a:p>
        </p:txBody>
      </p:sp>
      <p:sp>
        <p:nvSpPr>
          <p:cNvPr id="549" name="Google Shape;549;p49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50" name="Google Shape;550;p49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1" name="Google Shape;551;p49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2" name="Google Shape;552;p49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3" name="Google Shape;553;p49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50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1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59" name="Google Shape;559;p51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51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51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62" name="Google Shape;562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63" name="Google Shape;563;p51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64" name="Google Shape;564;p51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52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67" name="Google Shape;567;p52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68" name="Google Shape;568;p52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69" name="Google Shape;569;p52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0" name="Google Shape;570;p52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71" name="Google Shape;571;p52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2" name="Google Shape;572;p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73" name="Google Shape;573;p52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74" name="Google Shape;574;p52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75" name="Google Shape;575;p52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53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4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0" name="Google Shape;580;p54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1" name="Google Shape;581;p54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2" name="Google Shape;582;p54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3" name="Google Shape;583;p54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4" name="Google Shape;584;p54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5" name="Google Shape;585;p54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86" name="Google Shape;586;p54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7" name="Google Shape;587;p54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88" name="Google Shape;588;p54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theme" Target="../theme/theme2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body" idx="1"/>
          </p:nvPr>
        </p:nvSpPr>
        <p:spPr>
          <a:xfrm>
            <a:off x="228600" y="1895400"/>
            <a:ext cx="5760600" cy="30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●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marL="914400" lvl="1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○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marL="1371600" lvl="2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■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marL="1828800" lvl="3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●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marL="2286000" lvl="4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○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marL="2743200" lvl="5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■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marL="3200400" lvl="6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●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marL="3657600" lvl="7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"/>
              <a:buChar char="○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marL="4114800" lvl="8" indent="-2921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Red Hat Display"/>
              <a:buChar char="■"/>
              <a:defRPr sz="10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188850" y="312400"/>
            <a:ext cx="4469700" cy="4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ed Hat Display"/>
              <a:buNone/>
              <a:defRPr sz="2400">
                <a:solidFill>
                  <a:schemeClr val="dk2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4523800" y="1983025"/>
            <a:ext cx="4043400" cy="24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●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○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 Hat Display"/>
              <a:buChar char="■"/>
              <a:defRPr sz="9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26">
          <p15:clr>
            <a:srgbClr val="E46962"/>
          </p15:clr>
        </p15:guide>
        <p15:guide id="10" pos="4285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donyOliva/CIS-3200-team-project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55"/>
          <p:cNvSpPr txBox="1">
            <a:spLocks noGrp="1"/>
          </p:cNvSpPr>
          <p:nvPr>
            <p:ph type="title"/>
          </p:nvPr>
        </p:nvSpPr>
        <p:spPr>
          <a:xfrm>
            <a:off x="182850" y="1546344"/>
            <a:ext cx="5760900" cy="20508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Analysis of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Salary Variation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San Francisco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4" name="Google Shape;594;p55"/>
          <p:cNvSpPr txBox="1"/>
          <p:nvPr/>
        </p:nvSpPr>
        <p:spPr>
          <a:xfrm>
            <a:off x="6802798" y="4363192"/>
            <a:ext cx="20565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CIS 3200-01 (92845)</a:t>
            </a:r>
            <a:endParaRPr sz="1600">
              <a:solidFill>
                <a:schemeClr val="lt2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Dr. Jongwook Woo</a:t>
            </a:r>
            <a:endParaRPr sz="1600">
              <a:solidFill>
                <a:schemeClr val="lt2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December 1, 2025</a:t>
            </a:r>
            <a:endParaRPr sz="1600">
              <a:solidFill>
                <a:schemeClr val="lt2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95" name="Google Shape;595;p55"/>
          <p:cNvSpPr txBox="1"/>
          <p:nvPr/>
        </p:nvSpPr>
        <p:spPr>
          <a:xfrm>
            <a:off x="182850" y="4333800"/>
            <a:ext cx="40119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ctr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2"/>
                </a:solidFill>
              </a:rPr>
              <a:t>Group 3:</a:t>
            </a:r>
            <a:r>
              <a:rPr lang="en" sz="1600">
                <a:solidFill>
                  <a:schemeClr val="dk2"/>
                </a:solidFill>
              </a:rPr>
              <a:t> Julia Buano, Adony A. Oliva, Ismhael K. Asturias, Samuel Maingi, Nicholas Cun</a:t>
            </a:r>
            <a:endParaRPr sz="1600">
              <a:solidFill>
                <a:schemeClr val="dk2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6"/>
          <p:cNvSpPr/>
          <p:nvPr/>
        </p:nvSpPr>
        <p:spPr>
          <a:xfrm>
            <a:off x="1356090" y="1149300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5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1" name="Google Shape;601;p56"/>
          <p:cNvSpPr/>
          <p:nvPr/>
        </p:nvSpPr>
        <p:spPr>
          <a:xfrm>
            <a:off x="1356090" y="1961533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2" name="Google Shape;602;p56"/>
          <p:cNvSpPr/>
          <p:nvPr/>
        </p:nvSpPr>
        <p:spPr>
          <a:xfrm>
            <a:off x="1356090" y="3113030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59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3" name="Google Shape;603;p56"/>
          <p:cNvSpPr/>
          <p:nvPr/>
        </p:nvSpPr>
        <p:spPr>
          <a:xfrm>
            <a:off x="1356090" y="2743350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4" name="Google Shape;604;p56"/>
          <p:cNvSpPr/>
          <p:nvPr/>
        </p:nvSpPr>
        <p:spPr>
          <a:xfrm>
            <a:off x="1356075" y="2352449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5" name="Google Shape;605;p56"/>
          <p:cNvSpPr/>
          <p:nvPr/>
        </p:nvSpPr>
        <p:spPr>
          <a:xfrm>
            <a:off x="1356090" y="4201764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6" name="Google Shape;606;p56"/>
          <p:cNvSpPr txBox="1">
            <a:spLocks noGrp="1"/>
          </p:cNvSpPr>
          <p:nvPr>
            <p:ph type="subTitle" idx="1"/>
          </p:nvPr>
        </p:nvSpPr>
        <p:spPr>
          <a:xfrm>
            <a:off x="1645119" y="1149923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Abstract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07" name="Google Shape;607;p56"/>
          <p:cNvSpPr txBox="1">
            <a:spLocks noGrp="1"/>
          </p:cNvSpPr>
          <p:nvPr>
            <p:ph type="title"/>
          </p:nvPr>
        </p:nvSpPr>
        <p:spPr>
          <a:xfrm>
            <a:off x="2922438" y="309525"/>
            <a:ext cx="3205200" cy="7389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08" name="Google Shape;608;p56"/>
          <p:cNvSpPr txBox="1">
            <a:spLocks noGrp="1"/>
          </p:cNvSpPr>
          <p:nvPr>
            <p:ph type="subTitle" idx="2"/>
          </p:nvPr>
        </p:nvSpPr>
        <p:spPr>
          <a:xfrm>
            <a:off x="1645119" y="1962156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Dataset Overview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09" name="Google Shape;609;p56"/>
          <p:cNvSpPr txBox="1">
            <a:spLocks noGrp="1"/>
          </p:cNvSpPr>
          <p:nvPr>
            <p:ph type="subTitle" idx="3"/>
          </p:nvPr>
        </p:nvSpPr>
        <p:spPr>
          <a:xfrm>
            <a:off x="1559682" y="3102077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Implementation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0" name="Google Shape;610;p56"/>
          <p:cNvSpPr txBox="1">
            <a:spLocks noGrp="1"/>
          </p:cNvSpPr>
          <p:nvPr>
            <p:ph type="subTitle" idx="4"/>
          </p:nvPr>
        </p:nvSpPr>
        <p:spPr>
          <a:xfrm>
            <a:off x="1645119" y="2743973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Relevance to Class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1" name="Google Shape;611;p56"/>
          <p:cNvSpPr txBox="1">
            <a:spLocks noGrp="1"/>
          </p:cNvSpPr>
          <p:nvPr>
            <p:ph type="subTitle" idx="5"/>
          </p:nvPr>
        </p:nvSpPr>
        <p:spPr>
          <a:xfrm>
            <a:off x="1645105" y="2353072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Our Work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2" name="Google Shape;612;p56"/>
          <p:cNvSpPr txBox="1">
            <a:spLocks noGrp="1"/>
          </p:cNvSpPr>
          <p:nvPr>
            <p:ph type="subTitle" idx="6"/>
          </p:nvPr>
        </p:nvSpPr>
        <p:spPr>
          <a:xfrm>
            <a:off x="1645119" y="4202387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Conclusion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3" name="Google Shape;613;p56"/>
          <p:cNvSpPr/>
          <p:nvPr/>
        </p:nvSpPr>
        <p:spPr>
          <a:xfrm>
            <a:off x="1356090" y="3481446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59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14" name="Google Shape;614;p56"/>
          <p:cNvSpPr txBox="1">
            <a:spLocks noGrp="1"/>
          </p:cNvSpPr>
          <p:nvPr>
            <p:ph type="subTitle" idx="3"/>
          </p:nvPr>
        </p:nvSpPr>
        <p:spPr>
          <a:xfrm>
            <a:off x="1559682" y="3473180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Data Analysis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5" name="Google Shape;615;p56"/>
          <p:cNvSpPr/>
          <p:nvPr/>
        </p:nvSpPr>
        <p:spPr>
          <a:xfrm>
            <a:off x="1356075" y="3841612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59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16" name="Google Shape;616;p56"/>
          <p:cNvSpPr txBox="1">
            <a:spLocks noGrp="1"/>
          </p:cNvSpPr>
          <p:nvPr>
            <p:ph type="subTitle" idx="3"/>
          </p:nvPr>
        </p:nvSpPr>
        <p:spPr>
          <a:xfrm>
            <a:off x="1559667" y="3831995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Predictive Analysis with ML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7" name="Google Shape;617;p56"/>
          <p:cNvSpPr/>
          <p:nvPr/>
        </p:nvSpPr>
        <p:spPr>
          <a:xfrm>
            <a:off x="1356090" y="1555409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18" name="Google Shape;618;p56"/>
          <p:cNvSpPr txBox="1">
            <a:spLocks noGrp="1"/>
          </p:cNvSpPr>
          <p:nvPr>
            <p:ph type="subTitle" idx="1"/>
          </p:nvPr>
        </p:nvSpPr>
        <p:spPr>
          <a:xfrm>
            <a:off x="1645119" y="1556032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Introduction</a:t>
            </a:r>
            <a:endParaRPr sz="1975">
              <a:solidFill>
                <a:schemeClr val="lt2"/>
              </a:solidFill>
            </a:endParaRPr>
          </a:p>
        </p:txBody>
      </p:sp>
      <p:sp>
        <p:nvSpPr>
          <p:cNvPr id="619" name="Google Shape;619;p56"/>
          <p:cNvSpPr/>
          <p:nvPr/>
        </p:nvSpPr>
        <p:spPr>
          <a:xfrm>
            <a:off x="1356090" y="4561305"/>
            <a:ext cx="187500" cy="2043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6250" tIns="106250" rIns="106250" bIns="1062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26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20" name="Google Shape;620;p56"/>
          <p:cNvSpPr txBox="1">
            <a:spLocks noGrp="1"/>
          </p:cNvSpPr>
          <p:nvPr>
            <p:ph type="subTitle" idx="6"/>
          </p:nvPr>
        </p:nvSpPr>
        <p:spPr>
          <a:xfrm>
            <a:off x="1645119" y="4561929"/>
            <a:ext cx="3308100" cy="350400"/>
          </a:xfrm>
          <a:prstGeom prst="rect">
            <a:avLst/>
          </a:prstGeom>
        </p:spPr>
        <p:txBody>
          <a:bodyPr spcFirstLastPara="1" wrap="square" lIns="106250" tIns="106250" rIns="106250" bIns="1062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5">
                <a:solidFill>
                  <a:schemeClr val="lt2"/>
                </a:solidFill>
              </a:rPr>
              <a:t>Q &amp; A</a:t>
            </a:r>
            <a:endParaRPr sz="1975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7"/>
          <p:cNvSpPr txBox="1">
            <a:spLocks noGrp="1"/>
          </p:cNvSpPr>
          <p:nvPr>
            <p:ph type="subTitle" idx="1"/>
          </p:nvPr>
        </p:nvSpPr>
        <p:spPr>
          <a:xfrm>
            <a:off x="3948800" y="973675"/>
            <a:ext cx="4941000" cy="3992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400"/>
              <a:buChar char="❏"/>
            </a:pPr>
            <a:r>
              <a:rPr lang="en">
                <a:solidFill>
                  <a:srgbClr val="EFEFEF"/>
                </a:solidFill>
              </a:rPr>
              <a:t>T</a:t>
            </a:r>
            <a:r>
              <a:rPr lang="en" sz="1600">
                <a:solidFill>
                  <a:srgbClr val="EFEFEF"/>
                </a:solidFill>
              </a:rPr>
              <a:t>his project examines compensation data among San Francisco city employee compensation, using the SF Salaries dataset (2011-2014).</a:t>
            </a:r>
            <a:endParaRPr sz="1600">
              <a:solidFill>
                <a:srgbClr val="EFEFE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EFEFEF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EFEFEF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Char char="❏"/>
            </a:pPr>
            <a:r>
              <a:rPr lang="en" sz="1600">
                <a:solidFill>
                  <a:srgbClr val="EFEFEF"/>
                </a:solidFill>
              </a:rPr>
              <a:t>Key Findings include workforce distribution patterns (Top 1000 jobs) and pay disparities, leveraging Elastic Search ML for cleaning and aggregation.</a:t>
            </a:r>
            <a:endParaRPr sz="1600">
              <a:solidFill>
                <a:srgbClr val="EFEFEF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EFEFEF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Char char="❏"/>
            </a:pPr>
            <a:r>
              <a:rPr lang="en" sz="1600">
                <a:solidFill>
                  <a:srgbClr val="EFEFEF"/>
                </a:solidFill>
              </a:rPr>
              <a:t>ElasticSearch was used for large-scale data indexing, cleaning, and aggregation. ElasticSearch ML, Cloud, and visualization tools helped provide insights for budgeting and HR decision-making.</a:t>
            </a:r>
            <a:endParaRPr sz="1600">
              <a:solidFill>
                <a:srgbClr val="EFEFE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626" name="Google Shape;626;p57"/>
          <p:cNvSpPr txBox="1">
            <a:spLocks noGrp="1"/>
          </p:cNvSpPr>
          <p:nvPr>
            <p:ph type="title"/>
          </p:nvPr>
        </p:nvSpPr>
        <p:spPr>
          <a:xfrm>
            <a:off x="3936050" y="1633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8"/>
          <p:cNvSpPr txBox="1">
            <a:spLocks noGrp="1"/>
          </p:cNvSpPr>
          <p:nvPr>
            <p:ph type="subTitle" idx="1"/>
          </p:nvPr>
        </p:nvSpPr>
        <p:spPr>
          <a:xfrm>
            <a:off x="3727450" y="751050"/>
            <a:ext cx="5187900" cy="43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Importance</a:t>
            </a:r>
            <a:endParaRPr>
              <a:solidFill>
                <a:schemeClr val="l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</a:rPr>
              <a:t>Inefficiencies with personnel management and budgeting can cause compensation imbalance. </a:t>
            </a:r>
            <a:endParaRPr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</a:rPr>
              <a:t>Public salaries are significant portions of municipal budgets.</a:t>
            </a:r>
            <a:endParaRPr>
              <a:solidFill>
                <a:schemeClr val="dk2"/>
              </a:solidFill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Objective</a:t>
            </a:r>
            <a:endParaRPr>
              <a:solidFill>
                <a:schemeClr val="l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</a:rPr>
              <a:t>Identify potential inequalities and overtime dependence.</a:t>
            </a:r>
            <a:endParaRPr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</a:rPr>
              <a:t>Support public policy decisions regarding pay fairness.</a:t>
            </a:r>
            <a:endParaRPr>
              <a:solidFill>
                <a:schemeClr val="dk2"/>
              </a:solidFill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Research Approach </a:t>
            </a:r>
            <a:endParaRPr>
              <a:solidFill>
                <a:schemeClr val="l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</a:rPr>
              <a:t>Use ElasticSearch to aggregate data points, perform scalable data analysis, and generate actionable insights.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632" name="Google Shape;632;p58"/>
          <p:cNvSpPr txBox="1">
            <a:spLocks noGrp="1"/>
          </p:cNvSpPr>
          <p:nvPr>
            <p:ph type="title"/>
          </p:nvPr>
        </p:nvSpPr>
        <p:spPr>
          <a:xfrm>
            <a:off x="3948800" y="1633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59"/>
          <p:cNvSpPr/>
          <p:nvPr/>
        </p:nvSpPr>
        <p:spPr>
          <a:xfrm>
            <a:off x="3689018" y="155381"/>
            <a:ext cx="1997100" cy="7368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14725" tIns="214725" rIns="214725" bIns="2147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48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38" name="Google Shape;638;p59"/>
          <p:cNvSpPr/>
          <p:nvPr/>
        </p:nvSpPr>
        <p:spPr>
          <a:xfrm>
            <a:off x="5674615" y="135239"/>
            <a:ext cx="3064500" cy="8079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0050" tIns="180050" rIns="180050" bIns="180050" anchor="ctr" anchorCtr="0">
            <a:noAutofit/>
          </a:bodyPr>
          <a:lstStyle/>
          <a:p>
            <a:pPr marL="22509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69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39" name="Google Shape;639;p59"/>
          <p:cNvSpPr/>
          <p:nvPr/>
        </p:nvSpPr>
        <p:spPr>
          <a:xfrm>
            <a:off x="3659950" y="1265425"/>
            <a:ext cx="2222700" cy="629700"/>
          </a:xfrm>
          <a:prstGeom prst="snip2DiagRect">
            <a:avLst>
              <a:gd name="adj1" fmla="val 905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74525" tIns="174525" rIns="174525" bIns="1745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8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40" name="Google Shape;640;p59"/>
          <p:cNvSpPr/>
          <p:nvPr/>
        </p:nvSpPr>
        <p:spPr>
          <a:xfrm>
            <a:off x="5881040" y="1324838"/>
            <a:ext cx="2791200" cy="5706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58050" tIns="158050" rIns="158050" bIns="158050" anchor="ctr" anchorCtr="0">
            <a:noAutofit/>
          </a:bodyPr>
          <a:lstStyle/>
          <a:p>
            <a:pPr marL="19760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28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41" name="Google Shape;641;p59"/>
          <p:cNvSpPr/>
          <p:nvPr/>
        </p:nvSpPr>
        <p:spPr>
          <a:xfrm>
            <a:off x="3576225" y="2268433"/>
            <a:ext cx="2222700" cy="606000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05525" tIns="205525" rIns="205525" bIns="2055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47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42" name="Google Shape;642;p59"/>
          <p:cNvSpPr/>
          <p:nvPr/>
        </p:nvSpPr>
        <p:spPr>
          <a:xfrm flipH="1">
            <a:off x="5756850" y="2275650"/>
            <a:ext cx="2791200" cy="2787300"/>
          </a:xfrm>
          <a:prstGeom prst="snip2DiagRect">
            <a:avLst>
              <a:gd name="adj1" fmla="val 0"/>
              <a:gd name="adj2" fmla="val 22036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4925" tIns="104925" rIns="104925" bIns="104925" anchor="ctr" anchorCtr="0">
            <a:noAutofit/>
          </a:bodyPr>
          <a:lstStyle/>
          <a:p>
            <a:pPr marL="131189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47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43" name="Google Shape;643;p59"/>
          <p:cNvSpPr txBox="1">
            <a:spLocks noGrp="1"/>
          </p:cNvSpPr>
          <p:nvPr>
            <p:ph type="title"/>
          </p:nvPr>
        </p:nvSpPr>
        <p:spPr>
          <a:xfrm>
            <a:off x="511425" y="977725"/>
            <a:ext cx="2454000" cy="12051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Dataset Overview</a:t>
            </a:r>
            <a:endParaRPr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(Content)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44" name="Google Shape;644;p59"/>
          <p:cNvSpPr txBox="1">
            <a:spLocks noGrp="1"/>
          </p:cNvSpPr>
          <p:nvPr>
            <p:ph type="subTitle" idx="2"/>
          </p:nvPr>
        </p:nvSpPr>
        <p:spPr>
          <a:xfrm flipH="1">
            <a:off x="3636175" y="2169675"/>
            <a:ext cx="1997100" cy="741600"/>
          </a:xfrm>
          <a:prstGeom prst="rect">
            <a:avLst/>
          </a:prstGeom>
        </p:spPr>
        <p:txBody>
          <a:bodyPr spcFirstLastPara="1" wrap="square" lIns="205525" tIns="205525" rIns="205525" bIns="2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80">
                <a:solidFill>
                  <a:schemeClr val="lt2"/>
                </a:solidFill>
              </a:rPr>
              <a:t>Dataset Attributes</a:t>
            </a:r>
            <a:endParaRPr sz="1980">
              <a:solidFill>
                <a:schemeClr val="lt2"/>
              </a:solidFill>
            </a:endParaRPr>
          </a:p>
        </p:txBody>
      </p:sp>
      <p:sp>
        <p:nvSpPr>
          <p:cNvPr id="645" name="Google Shape;645;p59"/>
          <p:cNvSpPr txBox="1">
            <a:spLocks noGrp="1"/>
          </p:cNvSpPr>
          <p:nvPr>
            <p:ph type="subTitle" idx="3"/>
          </p:nvPr>
        </p:nvSpPr>
        <p:spPr>
          <a:xfrm flipH="1">
            <a:off x="5907450" y="2510650"/>
            <a:ext cx="2686500" cy="2332200"/>
          </a:xfrm>
          <a:prstGeom prst="rect">
            <a:avLst/>
          </a:prstGeom>
        </p:spPr>
        <p:txBody>
          <a:bodyPr spcFirstLastPara="1" wrap="square" lIns="104925" tIns="104925" rIns="104925" bIns="1049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6">
                <a:solidFill>
                  <a:schemeClr val="lt2"/>
                </a:solidFill>
              </a:rPr>
              <a:t>Job Information: </a:t>
            </a:r>
            <a:endParaRPr sz="1836">
              <a:solidFill>
                <a:schemeClr val="lt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6"/>
              <a:t>Job Title &amp; Department</a:t>
            </a:r>
            <a:endParaRPr sz="1836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6">
                <a:solidFill>
                  <a:schemeClr val="lt2"/>
                </a:solidFill>
              </a:rPr>
              <a:t>Employee Details:</a:t>
            </a:r>
            <a:r>
              <a:rPr lang="en" sz="1836"/>
              <a:t> Employee ID &amp; Employee Name</a:t>
            </a:r>
            <a:endParaRPr sz="1836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6">
                <a:solidFill>
                  <a:schemeClr val="lt2"/>
                </a:solidFill>
              </a:rPr>
              <a:t>Salary Details: </a:t>
            </a:r>
            <a:endParaRPr sz="1836">
              <a:solidFill>
                <a:schemeClr val="lt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6"/>
              <a:t>Base Pay, Overtime Pay, Other Pay &amp; Benefits</a:t>
            </a:r>
            <a:endParaRPr sz="1836"/>
          </a:p>
        </p:txBody>
      </p:sp>
      <p:sp>
        <p:nvSpPr>
          <p:cNvPr id="646" name="Google Shape;646;p59"/>
          <p:cNvSpPr txBox="1">
            <a:spLocks noGrp="1"/>
          </p:cNvSpPr>
          <p:nvPr>
            <p:ph type="subTitle" idx="4"/>
          </p:nvPr>
        </p:nvSpPr>
        <p:spPr>
          <a:xfrm>
            <a:off x="5965207" y="92075"/>
            <a:ext cx="3064500" cy="1058700"/>
          </a:xfrm>
          <a:prstGeom prst="rect">
            <a:avLst/>
          </a:prstGeom>
        </p:spPr>
        <p:txBody>
          <a:bodyPr spcFirstLastPara="1" wrap="square" lIns="180050" tIns="180050" rIns="180050" bIns="1800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69">
                <a:solidFill>
                  <a:schemeClr val="dk2"/>
                </a:solidFill>
              </a:rPr>
              <a:t>14 MB approximately 150,000 rows</a:t>
            </a:r>
            <a:endParaRPr sz="1969">
              <a:solidFill>
                <a:schemeClr val="dk2"/>
              </a:solidFill>
            </a:endParaRPr>
          </a:p>
        </p:txBody>
      </p:sp>
      <p:sp>
        <p:nvSpPr>
          <p:cNvPr id="647" name="Google Shape;647;p59"/>
          <p:cNvSpPr txBox="1">
            <a:spLocks noGrp="1"/>
          </p:cNvSpPr>
          <p:nvPr>
            <p:ph type="subTitle" idx="5"/>
          </p:nvPr>
        </p:nvSpPr>
        <p:spPr>
          <a:xfrm>
            <a:off x="6302999" y="1324833"/>
            <a:ext cx="2258100" cy="570600"/>
          </a:xfrm>
          <a:prstGeom prst="rect">
            <a:avLst/>
          </a:prstGeom>
        </p:spPr>
        <p:txBody>
          <a:bodyPr spcFirstLastPara="1" wrap="square" lIns="158050" tIns="158050" rIns="158050" bIns="1580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72">
                <a:solidFill>
                  <a:schemeClr val="dk2"/>
                </a:solidFill>
              </a:rPr>
              <a:t>2011 - 2014</a:t>
            </a:r>
            <a:endParaRPr sz="1972">
              <a:solidFill>
                <a:schemeClr val="dk2"/>
              </a:solidFill>
            </a:endParaRPr>
          </a:p>
        </p:txBody>
      </p:sp>
      <p:sp>
        <p:nvSpPr>
          <p:cNvPr id="648" name="Google Shape;648;p59"/>
          <p:cNvSpPr txBox="1">
            <a:spLocks noGrp="1"/>
          </p:cNvSpPr>
          <p:nvPr>
            <p:ph type="subTitle" idx="6"/>
          </p:nvPr>
        </p:nvSpPr>
        <p:spPr>
          <a:xfrm>
            <a:off x="3665279" y="155383"/>
            <a:ext cx="2258100" cy="736800"/>
          </a:xfrm>
          <a:prstGeom prst="rect">
            <a:avLst/>
          </a:prstGeom>
        </p:spPr>
        <p:txBody>
          <a:bodyPr spcFirstLastPara="1" wrap="square" lIns="214725" tIns="214725" rIns="214725" bIns="214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48">
                <a:solidFill>
                  <a:schemeClr val="lt2"/>
                </a:solidFill>
              </a:rPr>
              <a:t>Dataset Size</a:t>
            </a:r>
            <a:endParaRPr sz="2348">
              <a:solidFill>
                <a:schemeClr val="lt2"/>
              </a:solidFill>
            </a:endParaRPr>
          </a:p>
        </p:txBody>
      </p:sp>
      <p:sp>
        <p:nvSpPr>
          <p:cNvPr id="649" name="Google Shape;649;p59"/>
          <p:cNvSpPr txBox="1">
            <a:spLocks noGrp="1"/>
          </p:cNvSpPr>
          <p:nvPr>
            <p:ph type="subTitle" idx="7"/>
          </p:nvPr>
        </p:nvSpPr>
        <p:spPr>
          <a:xfrm>
            <a:off x="3842181" y="1265454"/>
            <a:ext cx="1794900" cy="629700"/>
          </a:xfrm>
          <a:prstGeom prst="rect">
            <a:avLst/>
          </a:prstGeom>
        </p:spPr>
        <p:txBody>
          <a:bodyPr spcFirstLastPara="1" wrap="square" lIns="174525" tIns="174525" rIns="174525" bIns="174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15">
                <a:solidFill>
                  <a:schemeClr val="lt2"/>
                </a:solidFill>
              </a:rPr>
              <a:t>Timescale</a:t>
            </a:r>
            <a:endParaRPr sz="2315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60"/>
          <p:cNvSpPr txBox="1">
            <a:spLocks noGrp="1"/>
          </p:cNvSpPr>
          <p:nvPr>
            <p:ph type="title"/>
          </p:nvPr>
        </p:nvSpPr>
        <p:spPr>
          <a:xfrm>
            <a:off x="2213400" y="163350"/>
            <a:ext cx="47172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Dataset Overview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655" name="Google Shape;655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9425" y="816300"/>
            <a:ext cx="7865151" cy="420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1"/>
          <p:cNvSpPr/>
          <p:nvPr/>
        </p:nvSpPr>
        <p:spPr>
          <a:xfrm>
            <a:off x="50" y="1523441"/>
            <a:ext cx="2983800" cy="2777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marR="2842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73">
              <a:solidFill>
                <a:schemeClr val="lt1"/>
              </a:solidFill>
            </a:endParaRPr>
          </a:p>
        </p:txBody>
      </p:sp>
      <p:cxnSp>
        <p:nvCxnSpPr>
          <p:cNvPr id="661" name="Google Shape;661;p61"/>
          <p:cNvCxnSpPr/>
          <p:nvPr/>
        </p:nvCxnSpPr>
        <p:spPr>
          <a:xfrm>
            <a:off x="4576" y="2587978"/>
            <a:ext cx="29778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2" name="Google Shape;662;p61"/>
          <p:cNvSpPr/>
          <p:nvPr/>
        </p:nvSpPr>
        <p:spPr>
          <a:xfrm>
            <a:off x="3080103" y="1523441"/>
            <a:ext cx="2983800" cy="2777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marR="2842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73">
              <a:solidFill>
                <a:schemeClr val="lt1"/>
              </a:solidFill>
            </a:endParaRPr>
          </a:p>
        </p:txBody>
      </p:sp>
      <p:cxnSp>
        <p:nvCxnSpPr>
          <p:cNvPr id="663" name="Google Shape;663;p61"/>
          <p:cNvCxnSpPr/>
          <p:nvPr/>
        </p:nvCxnSpPr>
        <p:spPr>
          <a:xfrm>
            <a:off x="3084629" y="2587978"/>
            <a:ext cx="29778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4" name="Google Shape;664;p61"/>
          <p:cNvSpPr/>
          <p:nvPr/>
        </p:nvSpPr>
        <p:spPr>
          <a:xfrm>
            <a:off x="6160155" y="1523441"/>
            <a:ext cx="2983800" cy="2777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dk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marR="2842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73">
              <a:solidFill>
                <a:schemeClr val="lt1"/>
              </a:solidFill>
            </a:endParaRPr>
          </a:p>
        </p:txBody>
      </p:sp>
      <p:cxnSp>
        <p:nvCxnSpPr>
          <p:cNvPr id="665" name="Google Shape;665;p61"/>
          <p:cNvCxnSpPr/>
          <p:nvPr/>
        </p:nvCxnSpPr>
        <p:spPr>
          <a:xfrm>
            <a:off x="6164682" y="2587978"/>
            <a:ext cx="29778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6" name="Google Shape;666;p61"/>
          <p:cNvSpPr txBox="1">
            <a:spLocks noGrp="1"/>
          </p:cNvSpPr>
          <p:nvPr>
            <p:ph type="title"/>
          </p:nvPr>
        </p:nvSpPr>
        <p:spPr>
          <a:xfrm>
            <a:off x="-85500" y="87742"/>
            <a:ext cx="6480300" cy="7389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lt1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Our Work</a:t>
            </a:r>
            <a:endParaRPr sz="4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67" name="Google Shape;667;p61"/>
          <p:cNvSpPr txBox="1">
            <a:spLocks noGrp="1"/>
          </p:cNvSpPr>
          <p:nvPr>
            <p:ph type="subTitle" idx="1"/>
          </p:nvPr>
        </p:nvSpPr>
        <p:spPr>
          <a:xfrm>
            <a:off x="80742" y="1803471"/>
            <a:ext cx="2447400" cy="6186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2"/>
                </a:solidFill>
              </a:rPr>
              <a:t>ElasticSearch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668" name="Google Shape;668;p61"/>
          <p:cNvSpPr txBox="1">
            <a:spLocks noGrp="1"/>
          </p:cNvSpPr>
          <p:nvPr>
            <p:ph type="subTitle" idx="2"/>
          </p:nvPr>
        </p:nvSpPr>
        <p:spPr>
          <a:xfrm>
            <a:off x="329750" y="2753875"/>
            <a:ext cx="2654100" cy="15474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A visual reporting of workforce distribution</a:t>
            </a:r>
            <a:endParaRPr sz="1552">
              <a:solidFill>
                <a:schemeClr val="dk2"/>
              </a:solidFill>
            </a:endParaRPr>
          </a:p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Compare with available public payroll records for comparison</a:t>
            </a:r>
            <a:endParaRPr sz="1052"/>
          </a:p>
        </p:txBody>
      </p:sp>
      <p:sp>
        <p:nvSpPr>
          <p:cNvPr id="669" name="Google Shape;669;p61"/>
          <p:cNvSpPr txBox="1">
            <a:spLocks noGrp="1"/>
          </p:cNvSpPr>
          <p:nvPr>
            <p:ph type="subTitle" idx="4"/>
          </p:nvPr>
        </p:nvSpPr>
        <p:spPr>
          <a:xfrm>
            <a:off x="3292050" y="2753875"/>
            <a:ext cx="2697300" cy="15474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Performed regression analysis on the data set</a:t>
            </a:r>
            <a:endParaRPr sz="1552">
              <a:solidFill>
                <a:schemeClr val="dk2"/>
              </a:solidFill>
            </a:endParaRPr>
          </a:p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Our model received a 90% accuracy score</a:t>
            </a:r>
            <a:endParaRPr sz="1552">
              <a:solidFill>
                <a:schemeClr val="dk2"/>
              </a:solidFill>
            </a:endParaRPr>
          </a:p>
          <a:p>
            <a:pPr marL="20213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2"/>
          </a:p>
        </p:txBody>
      </p:sp>
      <p:sp>
        <p:nvSpPr>
          <p:cNvPr id="670" name="Google Shape;670;p61"/>
          <p:cNvSpPr txBox="1">
            <a:spLocks noGrp="1"/>
          </p:cNvSpPr>
          <p:nvPr>
            <p:ph type="subTitle" idx="6"/>
          </p:nvPr>
        </p:nvSpPr>
        <p:spPr>
          <a:xfrm>
            <a:off x="6488500" y="2753875"/>
            <a:ext cx="2447400" cy="15474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Created dashboard</a:t>
            </a:r>
            <a:endParaRPr sz="1552">
              <a:solidFill>
                <a:schemeClr val="dk2"/>
              </a:solidFill>
            </a:endParaRPr>
          </a:p>
          <a:p>
            <a:pPr marL="457200" lvl="0" indent="-32719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3"/>
              <a:buChar char="❏"/>
            </a:pPr>
            <a:r>
              <a:rPr lang="en" sz="1552">
                <a:solidFill>
                  <a:schemeClr val="dk2"/>
                </a:solidFill>
              </a:rPr>
              <a:t>Treemap to illustrate job spread</a:t>
            </a:r>
            <a:endParaRPr sz="1552">
              <a:solidFill>
                <a:schemeClr val="dk2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52">
              <a:solidFill>
                <a:schemeClr val="dk2"/>
              </a:solidFill>
            </a:endParaRPr>
          </a:p>
        </p:txBody>
      </p:sp>
      <p:sp>
        <p:nvSpPr>
          <p:cNvPr id="671" name="Google Shape;671;p61"/>
          <p:cNvSpPr txBox="1">
            <a:spLocks noGrp="1"/>
          </p:cNvSpPr>
          <p:nvPr>
            <p:ph type="subTitle" idx="1"/>
          </p:nvPr>
        </p:nvSpPr>
        <p:spPr>
          <a:xfrm>
            <a:off x="3080100" y="1755850"/>
            <a:ext cx="2983800" cy="6186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2"/>
                </a:solidFill>
              </a:rPr>
              <a:t>Machine Learning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672" name="Google Shape;672;p61"/>
          <p:cNvSpPr txBox="1">
            <a:spLocks noGrp="1"/>
          </p:cNvSpPr>
          <p:nvPr>
            <p:ph type="subTitle" idx="1"/>
          </p:nvPr>
        </p:nvSpPr>
        <p:spPr>
          <a:xfrm>
            <a:off x="6355892" y="1755846"/>
            <a:ext cx="2447400" cy="618600"/>
          </a:xfrm>
          <a:prstGeom prst="rect">
            <a:avLst/>
          </a:prstGeom>
        </p:spPr>
        <p:txBody>
          <a:bodyPr spcFirstLastPara="1" wrap="square" lIns="96225" tIns="96225" rIns="96225" bIns="962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2"/>
                </a:solidFill>
              </a:rPr>
              <a:t>Visualization</a:t>
            </a:r>
            <a:endParaRPr sz="28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62"/>
          <p:cNvSpPr txBox="1">
            <a:spLocks noGrp="1"/>
          </p:cNvSpPr>
          <p:nvPr>
            <p:ph type="title"/>
          </p:nvPr>
        </p:nvSpPr>
        <p:spPr>
          <a:xfrm>
            <a:off x="574575" y="352775"/>
            <a:ext cx="6315300" cy="7389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lt1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Implementation (KPIs)</a:t>
            </a:r>
            <a:endParaRPr sz="40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78" name="Google Shape;678;p62"/>
          <p:cNvSpPr txBox="1">
            <a:spLocks noGrp="1"/>
          </p:cNvSpPr>
          <p:nvPr>
            <p:ph type="body" idx="6"/>
          </p:nvPr>
        </p:nvSpPr>
        <p:spPr>
          <a:xfrm>
            <a:off x="152400" y="1193200"/>
            <a:ext cx="3547500" cy="3719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Key Performance Indicators</a:t>
            </a:r>
            <a:endParaRPr sz="15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JobTitle shows leading jobs in the San Francisco area</a:t>
            </a: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TotalPay benefits is the accumulation of total compensation after  all  other pay had been added</a:t>
            </a: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BasePay indicates hourly compensation before benefits, overtime, and other pay</a:t>
            </a: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pic>
        <p:nvPicPr>
          <p:cNvPr id="679" name="Google Shape;679;p62"/>
          <p:cNvPicPr preferRelativeResize="0"/>
          <p:nvPr/>
        </p:nvPicPr>
        <p:blipFill rotWithShape="1">
          <a:blip r:embed="rId3">
            <a:alphaModFix/>
          </a:blip>
          <a:srcRect t="4933" r="26766"/>
          <a:stretch/>
        </p:blipFill>
        <p:spPr>
          <a:xfrm>
            <a:off x="4114600" y="1193163"/>
            <a:ext cx="4915100" cy="37191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3"/>
          <p:cNvSpPr txBox="1">
            <a:spLocks noGrp="1"/>
          </p:cNvSpPr>
          <p:nvPr>
            <p:ph type="title"/>
          </p:nvPr>
        </p:nvSpPr>
        <p:spPr>
          <a:xfrm>
            <a:off x="517425" y="457200"/>
            <a:ext cx="6915300" cy="641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>
                <a:solidFill>
                  <a:schemeClr val="lt1"/>
                </a:solidFill>
              </a:rPr>
              <a:t>Implementation (Data Engineering)</a:t>
            </a:r>
            <a:endParaRPr sz="3300">
              <a:solidFill>
                <a:schemeClr val="lt1"/>
              </a:solidFill>
            </a:endParaRPr>
          </a:p>
        </p:txBody>
      </p:sp>
      <p:sp>
        <p:nvSpPr>
          <p:cNvPr id="685" name="Google Shape;685;p63"/>
          <p:cNvSpPr txBox="1">
            <a:spLocks noGrp="1"/>
          </p:cNvSpPr>
          <p:nvPr>
            <p:ph type="body" idx="6"/>
          </p:nvPr>
        </p:nvSpPr>
        <p:spPr>
          <a:xfrm>
            <a:off x="152400" y="1193200"/>
            <a:ext cx="3547500" cy="3719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5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Key Implementation Steps:</a:t>
            </a:r>
            <a:endParaRPr sz="135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4325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Arial"/>
              <a:buAutoNum type="arabicPeriod"/>
            </a:pPr>
            <a: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Data Upload : Imported CSV using Elastic ML Data Visualizer.</a:t>
            </a:r>
            <a:b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35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Arial"/>
              <a:buAutoNum type="arabicPeriod"/>
            </a:pPr>
            <a: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Data Cleaning: Handled missing values, normalized compensation fields.</a:t>
            </a:r>
            <a:b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35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Arial"/>
              <a:buAutoNum type="arabicPeriod"/>
            </a:pPr>
            <a: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Mapping Fix: Added keyword sub-field for JobTitle to resolve ML errors.</a:t>
            </a:r>
            <a:b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35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Arial"/>
              <a:buAutoNum type="arabicPeriod"/>
            </a:pPr>
            <a: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Reindexing: Moved data to new index sf_salaries_fixed.</a:t>
            </a:r>
            <a:b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35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Arial"/>
              <a:buAutoNum type="arabicPeriod"/>
            </a:pPr>
            <a:r>
              <a:rPr lang="en" sz="135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Modeling: Created regression ML job</a:t>
            </a:r>
            <a:r>
              <a:rPr lang="en" sz="1350">
                <a:solidFill>
                  <a:schemeClr val="dk2"/>
                </a:solidFill>
              </a:rPr>
              <a:t>.</a:t>
            </a:r>
            <a:endParaRPr sz="1350">
              <a:solidFill>
                <a:schemeClr val="dk2"/>
              </a:solidFill>
            </a:endParaRPr>
          </a:p>
        </p:txBody>
      </p:sp>
      <p:pic>
        <p:nvPicPr>
          <p:cNvPr id="686" name="Google Shape;686;p63"/>
          <p:cNvPicPr preferRelativeResize="0"/>
          <p:nvPr/>
        </p:nvPicPr>
        <p:blipFill rotWithShape="1">
          <a:blip r:embed="rId3">
            <a:alphaModFix/>
          </a:blip>
          <a:srcRect t="4933" r="26766"/>
          <a:stretch/>
        </p:blipFill>
        <p:spPr>
          <a:xfrm>
            <a:off x="4114600" y="1193163"/>
            <a:ext cx="4915100" cy="37191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64"/>
          <p:cNvSpPr txBox="1">
            <a:spLocks noGrp="1"/>
          </p:cNvSpPr>
          <p:nvPr>
            <p:ph type="title"/>
          </p:nvPr>
        </p:nvSpPr>
        <p:spPr>
          <a:xfrm>
            <a:off x="498475" y="228600"/>
            <a:ext cx="4273800" cy="960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</a:rPr>
              <a:t>Data Analysis: Job Title Treemap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692" name="Google Shape;692;p64"/>
          <p:cNvSpPr txBox="1">
            <a:spLocks noGrp="1"/>
          </p:cNvSpPr>
          <p:nvPr>
            <p:ph type="body" idx="6"/>
          </p:nvPr>
        </p:nvSpPr>
        <p:spPr>
          <a:xfrm>
            <a:off x="97700" y="1189200"/>
            <a:ext cx="4182300" cy="3986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Insights</a:t>
            </a:r>
            <a:endParaRPr sz="20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ed Hat Display SemiBold"/>
              <a:buChar char="❏"/>
            </a:pPr>
            <a:r>
              <a:rPr lang="en" sz="2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Transit Operator is most common role (4.93%).</a:t>
            </a:r>
            <a:br>
              <a:rPr lang="en" sz="2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20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ed Hat Display SemiBold"/>
              <a:buChar char="❏"/>
            </a:pPr>
            <a:r>
              <a:rPr lang="en" sz="2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Public safety and transportation roles dominate workforce distribution.</a:t>
            </a:r>
            <a:br>
              <a:rPr lang="en" sz="2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20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ed Hat Display SemiBold"/>
              <a:buChar char="❏"/>
            </a:pPr>
            <a:r>
              <a:rPr lang="en" sz="20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Visualizes workload distribution across municipal jobs.</a:t>
            </a:r>
            <a:endParaRPr sz="20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274320" lvl="0" indent="0" algn="l" rtl="0">
              <a:spcBef>
                <a:spcPts val="1200"/>
              </a:spcBef>
              <a:spcAft>
                <a:spcPts val="1000"/>
              </a:spcAft>
              <a:buNone/>
            </a:pPr>
            <a:endParaRPr/>
          </a:p>
        </p:txBody>
      </p:sp>
      <p:pic>
        <p:nvPicPr>
          <p:cNvPr id="693" name="Google Shape;693;p64"/>
          <p:cNvPicPr preferRelativeResize="0"/>
          <p:nvPr/>
        </p:nvPicPr>
        <p:blipFill rotWithShape="1">
          <a:blip r:embed="rId3">
            <a:alphaModFix/>
          </a:blip>
          <a:srcRect l="763" t="1529" r="42233" b="1081"/>
          <a:stretch/>
        </p:blipFill>
        <p:spPr>
          <a:xfrm>
            <a:off x="4618950" y="569623"/>
            <a:ext cx="4439550" cy="4457002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65"/>
          <p:cNvSpPr txBox="1"/>
          <p:nvPr/>
        </p:nvSpPr>
        <p:spPr>
          <a:xfrm>
            <a:off x="228600" y="1163588"/>
            <a:ext cx="2316600" cy="38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Insights:</a:t>
            </a:r>
            <a:endParaRPr sz="16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ed Hat Display SemiBold"/>
              <a:buChar char="❏"/>
            </a:pPr>
            <a:r>
              <a:rPr lang="en" sz="16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Strong correlation between Total Pay and Total Pay Benefits.</a:t>
            </a:r>
            <a:br>
              <a:rPr lang="en" sz="16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6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ed Hat Display SemiBold"/>
              <a:buChar char="❏"/>
            </a:pPr>
            <a:r>
              <a:rPr lang="en" sz="16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Benefits significantly increase total compensation.</a:t>
            </a:r>
            <a:endParaRPr sz="16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699" name="Google Shape;699;p65"/>
          <p:cNvSpPr txBox="1">
            <a:spLocks noGrp="1"/>
          </p:cNvSpPr>
          <p:nvPr>
            <p:ph type="title"/>
          </p:nvPr>
        </p:nvSpPr>
        <p:spPr>
          <a:xfrm>
            <a:off x="212100" y="228600"/>
            <a:ext cx="8813700" cy="892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Total Pay and Total Pay Benefits Comparison Graph</a:t>
            </a:r>
            <a:endParaRPr sz="28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00" name="Google Shape;700;p65" title="Screenshot 2025-11-30 1154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7125" y="1337175"/>
            <a:ext cx="6196799" cy="3046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66"/>
          <p:cNvSpPr txBox="1"/>
          <p:nvPr/>
        </p:nvSpPr>
        <p:spPr>
          <a:xfrm>
            <a:off x="228600" y="1163588"/>
            <a:ext cx="2316600" cy="3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Insights:</a:t>
            </a:r>
            <a:endParaRPr sz="15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5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Large fluctuations in Other Pay reflect job-specific bonuses.</a:t>
            </a:r>
            <a:b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Overtime spikes in certain roles indicate staffing shortages or high service demand.</a:t>
            </a:r>
            <a:endParaRPr sz="16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706" name="Google Shape;706;p66"/>
          <p:cNvSpPr txBox="1">
            <a:spLocks noGrp="1"/>
          </p:cNvSpPr>
          <p:nvPr>
            <p:ph type="title"/>
          </p:nvPr>
        </p:nvSpPr>
        <p:spPr>
          <a:xfrm>
            <a:off x="212100" y="228600"/>
            <a:ext cx="8813700" cy="892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Overtime Pay and Other Pay Comparison Graph</a:t>
            </a:r>
            <a:endParaRPr sz="28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07" name="Google Shape;707;p66" title="Screenshot 2025-11-30 11560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6300" y="1589225"/>
            <a:ext cx="6243000" cy="25428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67"/>
          <p:cNvSpPr txBox="1"/>
          <p:nvPr/>
        </p:nvSpPr>
        <p:spPr>
          <a:xfrm>
            <a:off x="228600" y="1163600"/>
            <a:ext cx="2440800" cy="374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Model Details:</a:t>
            </a:r>
            <a:endParaRPr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ML Method: Regression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Target Variable: TotalPayBenefits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Inputs: JobTitle.keyword, BasePay, OvertimePay, OtherPay, Benefits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Training Data:  90% accurate prediction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713" name="Google Shape;713;p67"/>
          <p:cNvSpPr txBox="1">
            <a:spLocks noGrp="1"/>
          </p:cNvSpPr>
          <p:nvPr>
            <p:ph type="title"/>
          </p:nvPr>
        </p:nvSpPr>
        <p:spPr>
          <a:xfrm>
            <a:off x="212100" y="228600"/>
            <a:ext cx="8813700" cy="892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Predictive Analysis</a:t>
            </a:r>
            <a:endParaRPr sz="2800">
              <a:solidFill>
                <a:schemeClr val="lt1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4" name="Google Shape;714;p67" title="Screenshot 2025-11-30 11584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13050" y="1347975"/>
            <a:ext cx="6041300" cy="29945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68"/>
          <p:cNvSpPr txBox="1">
            <a:spLocks noGrp="1"/>
          </p:cNvSpPr>
          <p:nvPr>
            <p:ph type="subTitle" idx="1"/>
          </p:nvPr>
        </p:nvSpPr>
        <p:spPr>
          <a:xfrm>
            <a:off x="3575000" y="751050"/>
            <a:ext cx="5340300" cy="430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Top Influencers Identified by Elastic ML:</a:t>
            </a:r>
            <a:endParaRPr sz="15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JobTitle.keyword (strongest)</a:t>
            </a:r>
            <a:b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BasePay</a:t>
            </a:r>
            <a:b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OvertimePay</a:t>
            </a:r>
            <a:b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Benefits</a:t>
            </a: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 Interpretation:</a:t>
            </a:r>
            <a:br>
              <a:rPr lang="en" sz="1500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Specific job roles heavily determine pay expectations.</a:t>
            </a:r>
            <a:b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ed Hat Display SemiBold"/>
              <a:buChar char="❏"/>
            </a:pPr>
            <a:r>
              <a:rPr lang="en" sz="1500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Benefits meaningfully shift compensation rankings.</a:t>
            </a:r>
            <a:endParaRPr sz="1500"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68"/>
          <p:cNvSpPr txBox="1">
            <a:spLocks noGrp="1"/>
          </p:cNvSpPr>
          <p:nvPr>
            <p:ph type="title"/>
          </p:nvPr>
        </p:nvSpPr>
        <p:spPr>
          <a:xfrm>
            <a:off x="3948800" y="1633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Influencers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69"/>
          <p:cNvSpPr txBox="1">
            <a:spLocks noGrp="1"/>
          </p:cNvSpPr>
          <p:nvPr>
            <p:ph type="subTitle" idx="1"/>
          </p:nvPr>
        </p:nvSpPr>
        <p:spPr>
          <a:xfrm>
            <a:off x="3575100" y="1265400"/>
            <a:ext cx="5340300" cy="2789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Model Metrics:</a:t>
            </a:r>
            <a:endParaRPr>
              <a:solidFill>
                <a:schemeClr val="lt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RMSE (Elastic default)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Prediction distribution aligned with actual pay patterns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Small residual error for high-frequency job titles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r>
              <a:rPr lang="en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 Conclusion:</a:t>
            </a:r>
            <a:br>
              <a:rPr lang="en">
                <a:solidFill>
                  <a:schemeClr val="lt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Model accurately highlights salary drivers and inequality patterns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69"/>
          <p:cNvSpPr txBox="1">
            <a:spLocks noGrp="1"/>
          </p:cNvSpPr>
          <p:nvPr>
            <p:ph type="title"/>
          </p:nvPr>
        </p:nvSpPr>
        <p:spPr>
          <a:xfrm>
            <a:off x="3948800" y="67770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Evalutation &amp; Accuracy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70"/>
          <p:cNvSpPr txBox="1">
            <a:spLocks noGrp="1"/>
          </p:cNvSpPr>
          <p:nvPr>
            <p:ph type="subTitle" idx="1"/>
          </p:nvPr>
        </p:nvSpPr>
        <p:spPr>
          <a:xfrm>
            <a:off x="3741050" y="901700"/>
            <a:ext cx="5305800" cy="3820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applied ElasticSearch tools such as mapping, indexing, querying, and machine learning analytics to manage and interpret a large real-world dataset.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created dashboards and visualizations, demonstrating our ability to translate raw data into meaningful insights.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performed time-based analysis to understand salary trends.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built and interpreted a regression model in ElasticSearch.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evaluated model accuracy, demonstrating our ability to assess the reliability and effectiveness of machine learning results.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70"/>
          <p:cNvSpPr txBox="1">
            <a:spLocks noGrp="1"/>
          </p:cNvSpPr>
          <p:nvPr>
            <p:ph type="title"/>
          </p:nvPr>
        </p:nvSpPr>
        <p:spPr>
          <a:xfrm>
            <a:off x="3910700" y="871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Relevance to Class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71"/>
          <p:cNvSpPr txBox="1">
            <a:spLocks noGrp="1"/>
          </p:cNvSpPr>
          <p:nvPr>
            <p:ph type="subTitle" idx="1"/>
          </p:nvPr>
        </p:nvSpPr>
        <p:spPr>
          <a:xfrm>
            <a:off x="3741050" y="901700"/>
            <a:ext cx="5305800" cy="3820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discovered that compensation differs significantly across job titles and departments, showing how data analysis can uncover structural pay patterns.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observed high reliance on overtime in public safety roles, demonstrating our ability to identify operational and staffing trends through the data.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found that benefits substantially increase total compensation, reinforcing what we learned about analyzing multi-component salary structures.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noted gender and positional disparities, which highlighted how analytical tools can reveal deeper equity issues within the workforce.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71"/>
          <p:cNvSpPr txBox="1">
            <a:spLocks noGrp="1"/>
          </p:cNvSpPr>
          <p:nvPr>
            <p:ph type="title"/>
          </p:nvPr>
        </p:nvSpPr>
        <p:spPr>
          <a:xfrm>
            <a:off x="3910700" y="871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Findings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2"/>
          <p:cNvSpPr txBox="1">
            <a:spLocks noGrp="1"/>
          </p:cNvSpPr>
          <p:nvPr>
            <p:ph type="subTitle" idx="1"/>
          </p:nvPr>
        </p:nvSpPr>
        <p:spPr>
          <a:xfrm>
            <a:off x="3741050" y="901700"/>
            <a:ext cx="5305800" cy="3820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recommend auditing job titles with unusual or disproportionate compensation, applying our analytical skills to support fair pay evaluation.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suggest reevaluating overtime distribution to address inefficiencies identified through our data findings.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encourage greater transparency in compensation structures, using our insights to promote clearer and more equitable salary systems.</a:t>
            </a:r>
            <a:b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</a:b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 SemiBold"/>
              <a:buChar char="❏"/>
            </a:pPr>
            <a:r>
              <a:rPr lang="en">
                <a:solidFill>
                  <a:schemeClr val="dk2"/>
                </a:solidFill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We recommend reviewing benefit allocation to ensure fairness, based on the disparities revealed by our analysis.</a:t>
            </a:r>
            <a:endParaRPr>
              <a:solidFill>
                <a:schemeClr val="dk2"/>
              </a:solidFill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72"/>
          <p:cNvSpPr txBox="1">
            <a:spLocks noGrp="1"/>
          </p:cNvSpPr>
          <p:nvPr>
            <p:ph type="title"/>
          </p:nvPr>
        </p:nvSpPr>
        <p:spPr>
          <a:xfrm>
            <a:off x="3910700" y="87150"/>
            <a:ext cx="49665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73"/>
          <p:cNvSpPr txBox="1">
            <a:spLocks noGrp="1"/>
          </p:cNvSpPr>
          <p:nvPr>
            <p:ph type="title"/>
          </p:nvPr>
        </p:nvSpPr>
        <p:spPr>
          <a:xfrm>
            <a:off x="2546875" y="457206"/>
            <a:ext cx="5760900" cy="587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Conclusion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50" name="Google Shape;750;p73"/>
          <p:cNvSpPr txBox="1">
            <a:spLocks noGrp="1"/>
          </p:cNvSpPr>
          <p:nvPr>
            <p:ph type="subTitle" idx="1"/>
          </p:nvPr>
        </p:nvSpPr>
        <p:spPr>
          <a:xfrm>
            <a:off x="1993075" y="1295100"/>
            <a:ext cx="6868500" cy="31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❏"/>
            </a:pPr>
            <a:r>
              <a:rPr lang="en" sz="1800">
                <a:solidFill>
                  <a:schemeClr val="dk2"/>
                </a:solidFill>
              </a:rPr>
              <a:t>Used the full range of skills learned in class to analyze close to 150,000 salary records using ElasticSearch. 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❏"/>
            </a:pPr>
            <a:r>
              <a:rPr lang="en" sz="1800">
                <a:solidFill>
                  <a:schemeClr val="dk2"/>
                </a:solidFill>
              </a:rPr>
              <a:t>We used machine learning regression to identify the key factors that influence total compensation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❏"/>
            </a:pPr>
            <a:r>
              <a:rPr lang="en" sz="1800">
                <a:solidFill>
                  <a:schemeClr val="dk2"/>
                </a:solidFill>
              </a:rPr>
              <a:t> Created dashboards that transformed complex salary data into meaningful visual insights.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800"/>
              <a:buChar char="❏"/>
            </a:pPr>
            <a:r>
              <a:rPr lang="en" sz="1800">
                <a:solidFill>
                  <a:schemeClr val="dk2"/>
                </a:solidFill>
              </a:rPr>
              <a:t>Overall, our findings highlight how data analytics can support more equitable and informed decision-making in public administration, showing the real-world value of the tools and methods we developed throughout the course.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5" name="Google Shape;755;p74" descr="Q&amp;A | Read the article on opensource.com Open data for human… | Flickr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1839300" y="1063325"/>
            <a:ext cx="7304699" cy="4080176"/>
          </a:xfrm>
          <a:prstGeom prst="rect">
            <a:avLst/>
          </a:prstGeom>
          <a:noFill/>
          <a:ln>
            <a:noFill/>
          </a:ln>
        </p:spPr>
      </p:pic>
      <p:sp>
        <p:nvSpPr>
          <p:cNvPr id="756" name="Google Shape;756;p74"/>
          <p:cNvSpPr txBox="1">
            <a:spLocks noGrp="1"/>
          </p:cNvSpPr>
          <p:nvPr>
            <p:ph type="title"/>
          </p:nvPr>
        </p:nvSpPr>
        <p:spPr>
          <a:xfrm>
            <a:off x="2630425" y="-12150"/>
            <a:ext cx="5760900" cy="938700"/>
          </a:xfrm>
          <a:prstGeom prst="rect">
            <a:avLst/>
          </a:prstGeom>
        </p:spPr>
        <p:txBody>
          <a:bodyPr spcFirstLastPara="1" wrap="square" lIns="0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 You</a:t>
            </a:r>
            <a:endParaRPr sz="6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182AE-E4C3-787A-C232-930E10090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Url: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5B621-E647-C7E3-7306-15148A2D39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https://github.com/AdonyOliva/CIS-3200-team-project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30709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vestor Pitch Presentation">
  <a:themeElements>
    <a:clrScheme name="Simple Light">
      <a:dk1>
        <a:srgbClr val="1B1B1B"/>
      </a:dk1>
      <a:lt1>
        <a:srgbClr val="FFFFFF"/>
      </a:lt1>
      <a:dk2>
        <a:srgbClr val="85C086"/>
      </a:dk2>
      <a:lt2>
        <a:srgbClr val="D0E1BE"/>
      </a:lt2>
      <a:accent1>
        <a:srgbClr val="85C085"/>
      </a:accent1>
      <a:accent2>
        <a:srgbClr val="50A350"/>
      </a:accent2>
      <a:accent3>
        <a:srgbClr val="3E863C"/>
      </a:accent3>
      <a:accent4>
        <a:srgbClr val="1E691E"/>
      </a:accent4>
      <a:accent5>
        <a:srgbClr val="074907"/>
      </a:accent5>
      <a:accent6>
        <a:srgbClr val="666666"/>
      </a:accent6>
      <a:hlink>
        <a:srgbClr val="FF0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7FF58999C29B4C8088B2ACF4E0679C" ma:contentTypeVersion="11" ma:contentTypeDescription="Create a new document." ma:contentTypeScope="" ma:versionID="f97f17da28f79a2337bfeefcccf35593">
  <xsd:schema xmlns:xsd="http://www.w3.org/2001/XMLSchema" xmlns:xs="http://www.w3.org/2001/XMLSchema" xmlns:p="http://schemas.microsoft.com/office/2006/metadata/properties" xmlns:ns3="b996f42c-5436-431f-bcbc-fab490df3112" targetNamespace="http://schemas.microsoft.com/office/2006/metadata/properties" ma:root="true" ma:fieldsID="bc7692fdf2b9427ff81f7df5be119941" ns3:_="">
    <xsd:import namespace="b996f42c-5436-431f-bcbc-fab490df311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96f42c-5436-431f-bcbc-fab490df31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96f42c-5436-431f-bcbc-fab490df3112" xsi:nil="true"/>
  </documentManagement>
</p:properties>
</file>

<file path=customXml/itemProps1.xml><?xml version="1.0" encoding="utf-8"?>
<ds:datastoreItem xmlns:ds="http://schemas.openxmlformats.org/officeDocument/2006/customXml" ds:itemID="{C5E71BF7-864C-4232-9F27-6BA596FC4E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96f42c-5436-431f-bcbc-fab490df311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5981DC4-4D48-441F-B3BE-8BBB745E517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970338-651F-4CFF-8391-2AE90758DAC3}">
  <ds:schemaRefs>
    <ds:schemaRef ds:uri="http://purl.org/dc/elements/1.1/"/>
    <ds:schemaRef ds:uri="http://purl.org/dc/dcmitype/"/>
    <ds:schemaRef ds:uri="http://schemas.openxmlformats.org/package/2006/metadata/core-properties"/>
    <ds:schemaRef ds:uri="b996f42c-5436-431f-bcbc-fab490df3112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1064</Words>
  <Application>Microsoft Office PowerPoint</Application>
  <PresentationFormat>On-screen Show (16:9)</PresentationFormat>
  <Paragraphs>139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Red Hat Display Medium</vt:lpstr>
      <vt:lpstr>Red Hat Display SemiBold</vt:lpstr>
      <vt:lpstr>Arial</vt:lpstr>
      <vt:lpstr>Red Hat Display</vt:lpstr>
      <vt:lpstr>Simple Light</vt:lpstr>
      <vt:lpstr>Investor Pitch Presentation</vt:lpstr>
      <vt:lpstr>Analysis of  Salary Variation  in San Francisco</vt:lpstr>
      <vt:lpstr>Agenda</vt:lpstr>
      <vt:lpstr>Abstract</vt:lpstr>
      <vt:lpstr>Introduction</vt:lpstr>
      <vt:lpstr>Dataset Overview (Content)</vt:lpstr>
      <vt:lpstr>Dataset Overview</vt:lpstr>
      <vt:lpstr>Our Work</vt:lpstr>
      <vt:lpstr>Implementation (KPIs)</vt:lpstr>
      <vt:lpstr>Implementation (Data Engineering)</vt:lpstr>
      <vt:lpstr>Data Analysis: Job Title Treemap</vt:lpstr>
      <vt:lpstr>Total Pay and Total Pay Benefits Comparison Graph </vt:lpstr>
      <vt:lpstr>Overtime Pay and Other Pay Comparison Graph </vt:lpstr>
      <vt:lpstr>Predictive Analysis </vt:lpstr>
      <vt:lpstr>Model Influencers</vt:lpstr>
      <vt:lpstr>Model Evalutation &amp; Accuracy</vt:lpstr>
      <vt:lpstr>Relevance to Class</vt:lpstr>
      <vt:lpstr>Key Findings</vt:lpstr>
      <vt:lpstr>Recommendations</vt:lpstr>
      <vt:lpstr>Conclusion</vt:lpstr>
      <vt:lpstr>Thank You</vt:lpstr>
      <vt:lpstr>GitHub Url: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Adony Oliva</dc:creator>
  <cp:lastModifiedBy>Oliva, Adony A</cp:lastModifiedBy>
  <cp:revision>2</cp:revision>
  <dcterms:modified xsi:type="dcterms:W3CDTF">2025-12-01T20:48:23Z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0x010100E47FF58999C29B4C8088B2ACF4E0679C</vt:lpwstr>
  </property>
</Properties>
</file>